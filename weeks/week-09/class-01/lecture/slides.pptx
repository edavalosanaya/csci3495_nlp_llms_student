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Efficient LLMs: LoRA, PEFT &amp; Quantization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20405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9, Class 1</a:t>
            </a:r>
          </a:p>
        </p:txBody>
      </p:sp>
      <p:pic>
        <p:nvPicPr>
          <p:cNvPr id="5" name="Picture 4" descr="A bonsai is a full tree, deliberately kept tiny. Ask the class: what would you prune from a 7B-parameter model, and what must survive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580" y="3474720"/>
            <a:ext cx="1851660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Sage Ross,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Today's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HW4 (fine-tuning &amp; adapting LLMs) is due today</a:t>
            </a:r>
          </a:p>
        </p:txBody>
      </p:sp>
      <p:pic>
        <p:nvPicPr>
          <p:cNvPr id="6" name="Picture 5" descr="Today's roadm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9" y="1078992"/>
            <a:ext cx="7259241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Unsplash; LoRA figure: Hu et al. 2021 (arXiv:2106.09685), Fig. 1; other tiles: course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Billions of weights, one laptop</a:t>
            </a:r>
          </a:p>
        </p:txBody>
      </p:sp>
      <p:pic>
        <p:nvPicPr>
          <p:cNvPr id="5" name="Picture 4" descr="A 7B model is billions of numbers. The whole game today is making those numbers fit and move on modest hardw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https://images.unsplash.com/photo-1518770660439-4636190af475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full fine-tuning doesn't scale</a:t>
            </a:r>
          </a:p>
        </p:txBody>
      </p:sp>
      <p:pic>
        <p:nvPicPr>
          <p:cNvPr id="5" name="Picture 4" descr="Why full fine-tuning doesn't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556"/>
            <a:ext cx="8595360" cy="32778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Adam memory rule-of-thumb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Parameter-Efficient Fine-Tuning</a:t>
            </a:r>
          </a:p>
        </p:txBody>
      </p:sp>
      <p:pic>
        <p:nvPicPr>
          <p:cNvPr id="5" name="Picture 4" descr="Parameter-Efficient Fine-Tu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50788"/>
            <a:ext cx="8595360" cy="3445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LoRA, visually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B starts at 0; after training, B and A merge back into W: no extra inference latency</a:t>
            </a:r>
          </a:p>
        </p:txBody>
      </p:sp>
      <p:pic>
        <p:nvPicPr>
          <p:cNvPr id="6" name="Picture 5" descr="B starts at zero, so training begins exactly at the pretrained model; after training, B times A merges back into W, so inference costs nothing extr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6988" y="1078992"/>
            <a:ext cx="2830023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Hu et al. 2021 (arXiv:2106.09685), Fig.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LoRA: the core idea</a:t>
            </a:r>
          </a:p>
        </p:txBody>
      </p:sp>
      <p:pic>
        <p:nvPicPr>
          <p:cNvPr id="5" name="Picture 4" descr="LoRA: the core ide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747" y="1078992"/>
            <a:ext cx="73525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after Hu et al., 2021, arxiv.org/abs/2106.09685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LoRA is a big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Blue dot = full fine-tuning of GPT-3 175B; LoRA (pink) matches it with ~10,000x fewer params</a:t>
            </a:r>
          </a:p>
        </p:txBody>
      </p:sp>
      <p:pic>
        <p:nvPicPr>
          <p:cNvPr id="6" name="Picture 5" descr="The lone blue dot is full fine-tuning of GPT-3 175B. LoRA (pink) holds that accuracy with about 10,000x fewer trainable parameters, while prefix methods degrade as they grow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481" y="1078992"/>
            <a:ext cx="7203037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Hu et al. 2021 (arXiv:2106.09685), Fig.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Quantization: fewer bits per weight</a:t>
            </a:r>
          </a:p>
        </p:txBody>
      </p:sp>
      <p:pic>
        <p:nvPicPr>
          <p:cNvPr id="5" name="Picture 4" descr="Quantization: fewer bits per weigh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93" y="1078992"/>
            <a:ext cx="805141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quantization works</a:t>
            </a:r>
          </a:p>
        </p:txBody>
      </p:sp>
      <p:pic>
        <p:nvPicPr>
          <p:cNvPr id="5" name="Picture 4" descr="How quantization 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15" y="1078992"/>
            <a:ext cx="8419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QLoRA: the combination</a:t>
            </a:r>
          </a:p>
        </p:txBody>
      </p:sp>
      <p:pic>
        <p:nvPicPr>
          <p:cNvPr id="5" name="Picture 4" descr="QLoRA: the combin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8" y="1078992"/>
            <a:ext cx="753566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after Dettmers et al., 2023, arxiv.org/abs/2305.14314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With QLoRA, the honest answer is yes. Hold that thought for the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1488"/>
            <a:ext cx="9144000" cy="60864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Could you fine-tune a model on your laptop tonight?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With QLoRA, the honest answer is yes. Hold that thought for the exercise.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https://images.unsplash.com/photo-1498050108023-c5249f4df085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Running models locally with Ollama</a:t>
            </a:r>
          </a:p>
        </p:txBody>
      </p:sp>
      <p:pic>
        <p:nvPicPr>
          <p:cNvPr id="5" name="Picture 4" descr="Running models locally with Olla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model size from ollama.com/library/qwen2.5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efficiency toolbox</a:t>
            </a:r>
          </a:p>
        </p:txBody>
      </p:sp>
      <p:pic>
        <p:nvPicPr>
          <p:cNvPr id="5" name="Picture 4" descr="The efficiency tool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93" y="1078992"/>
            <a:ext cx="805141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quantization bak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quantization bake-off</a:t>
            </a:r>
          </a:p>
        </p:txBody>
      </p:sp>
      <p:pic>
        <p:nvPicPr>
          <p:cNvPr id="5" name="Picture 4" descr="Activity: quantization bake-o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21651"/>
            <a:ext cx="8595360" cy="35037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a LoRA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Freeze the base weight; train only A and B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Then run a quantization bake-off at 8/4/2 bits</a:t>
            </a:r>
          </a:p>
        </p:txBody>
      </p:sp>
      <p:pic>
        <p:nvPicPr>
          <p:cNvPr id="6" name="Picture 5" descr="Exercise: build a LoRA lay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62" y="1078992"/>
            <a:ext cx="8480876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weeks/week-09/class-01/exercise/lora_lab.py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610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Loss collapses; only 48 trainable params; error grows as bits drop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5071"/>
            <a:ext cx="8595360" cy="25945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 in the course Docker image (seed=0)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0051"/>
            <a:ext cx="8595360" cy="32269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Project work and feedback</a:t>
            </a:r>
          </a:p>
        </p:txBody>
      </p:sp>
      <p:pic>
        <p:nvPicPr>
          <p:cNvPr id="5" name="Picture 4" descr="Last 15 minutes: work with your team while I come around. Checkpoint presentations are next wee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5483"/>
            <a:ext cx="8595360" cy="325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 milestones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