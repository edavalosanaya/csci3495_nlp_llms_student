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68" r:id="rId3"/>
  </p:sldMasterIdLst>
  <p:notesMasterIdLst>
    <p:notesMasterId r:id="rId4"/>
  </p:notesMasterIdLst>
  <p:sldIdLst>
    <p:sldId id="256" r:id="rId21"/>
    <p:sldId id="257" r:id="rId22"/>
    <p:sldId id="258" r:id="rId20"/>
    <p:sldId id="259" r:id="rId19"/>
    <p:sldId id="260" r:id="rId18"/>
    <p:sldId id="261" r:id="rId17"/>
    <p:sldId id="262" r:id="rId16"/>
    <p:sldId id="263" r:id="rId15"/>
    <p:sldId id="264" r:id="rId14"/>
    <p:sldId id="265" r:id="rId13"/>
    <p:sldId id="266" r:id="rId12"/>
    <p:sldId id="267" r:id="rId11"/>
    <p:sldId id="268" r:id="rId10"/>
    <p:sldId id="269" r:id="rId9"/>
    <p:sldId id="270" r:id="rId8"/>
    <p:sldId id="271" r:id="rId7"/>
    <p:sldId id="272" r:id="rId6"/>
    <p:sldId id="273" r:id="rId5"/>
    <p:sldId id="274" r:id="rId39"/>
    <p:sldId id="275" r:id="rId40"/>
    <p:sldId id="276" r:id="rId41"/>
    <p:sldId id="277" r:id="rId42"/>
    <p:sldId id="278" r:id="rId43"/>
    <p:sldId id="279" r:id="rId44"/>
    <p:sldId id="280" r:id="rId45"/>
    <p:sldId id="281" r:id="rId46"/>
    <p:sldId id="282" r:id="rId47"/>
    <p:sldId id="283" r:id="rId48"/>
  </p:sldIdLst>
  <p:sldSz cy="5143500" cx="9144000"/>
  <p:notesSz cx="6858000" cy="9144000"/>
  <p:embeddedFontLst>
    <p:embeddedFont>
      <p:font typeface="Roboto"/>
      <p:regular r:id="rId23"/>
      <p:bold r:id="rId24"/>
      <p:italic r:id="rId25"/>
      <p:boldItalic r:id="rId26"/>
    </p:embeddedFont>
    <p:embeddedFont>
      <p:font typeface="Playfair Display"/>
      <p:regular r:id="rId27"/>
      <p:bold r:id="rId28"/>
      <p:italic r:id="rId29"/>
      <p:boldItalic r:id="rId30"/>
    </p:embeddedFont>
    <p:embeddedFont>
      <p:font typeface="Roboto Mono Light"/>
      <p:regular r:id="rId31"/>
      <p:bold r:id="rId32"/>
      <p:italic r:id="rId33"/>
      <p:boldItalic r:id="rId34"/>
    </p:embeddedFont>
    <p:embeddedFont>
      <p:font typeface="Roboto Light"/>
      <p:regular r:id="rId35"/>
      <p:bold r:id="rId36"/>
      <p:italic r:id="rId37"/>
      <p:boldItalic r:id="rId3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8.xml"/><Relationship Id="rId6" Type="http://schemas.openxmlformats.org/officeDocument/2006/relationships/slide" Target="slides/slide17.xml"/><Relationship Id="rId7" Type="http://schemas.openxmlformats.org/officeDocument/2006/relationships/slide" Target="slides/slide16.xml"/><Relationship Id="rId8" Type="http://schemas.openxmlformats.org/officeDocument/2006/relationships/slide" Target="slides/slide15.xml"/><Relationship Id="rId9" Type="http://schemas.openxmlformats.org/officeDocument/2006/relationships/slide" Target="slides/slide14.xml"/><Relationship Id="rId10" Type="http://schemas.openxmlformats.org/officeDocument/2006/relationships/slide" Target="slides/slide13.xml"/><Relationship Id="rId11" Type="http://schemas.openxmlformats.org/officeDocument/2006/relationships/slide" Target="slides/slide12.xml"/><Relationship Id="rId12" Type="http://schemas.openxmlformats.org/officeDocument/2006/relationships/slide" Target="slides/slide11.xml"/><Relationship Id="rId13" Type="http://schemas.openxmlformats.org/officeDocument/2006/relationships/slide" Target="slides/slide10.xml"/><Relationship Id="rId14" Type="http://schemas.openxmlformats.org/officeDocument/2006/relationships/slide" Target="slides/slide9.xml"/><Relationship Id="rId15" Type="http://schemas.openxmlformats.org/officeDocument/2006/relationships/slide" Target="slides/slide8.xml"/><Relationship Id="rId16" Type="http://schemas.openxmlformats.org/officeDocument/2006/relationships/slide" Target="slides/slide7.xml"/><Relationship Id="rId17" Type="http://schemas.openxmlformats.org/officeDocument/2006/relationships/slide" Target="slides/slide6.xml"/><Relationship Id="rId18" Type="http://schemas.openxmlformats.org/officeDocument/2006/relationships/slide" Target="slides/slide5.xml"/><Relationship Id="rId19" Type="http://schemas.openxmlformats.org/officeDocument/2006/relationships/slide" Target="slides/slide4.xml"/><Relationship Id="rId20" Type="http://schemas.openxmlformats.org/officeDocument/2006/relationships/slide" Target="slides/slide3.xml"/><Relationship Id="rId21" Type="http://schemas.openxmlformats.org/officeDocument/2006/relationships/slide" Target="slides/slide1.xml"/><Relationship Id="rId22" Type="http://schemas.openxmlformats.org/officeDocument/2006/relationships/slide" Target="slides/slide2.xml"/><Relationship Id="rId23" Type="http://schemas.openxmlformats.org/officeDocument/2006/relationships/font" Target="fonts/Roboto-regular.fntdata"/><Relationship Id="rId24" Type="http://schemas.openxmlformats.org/officeDocument/2006/relationships/font" Target="fonts/Roboto-bold.fntdata"/><Relationship Id="rId25" Type="http://schemas.openxmlformats.org/officeDocument/2006/relationships/font" Target="fonts/Roboto-italic.fntdata"/><Relationship Id="rId26" Type="http://schemas.openxmlformats.org/officeDocument/2006/relationships/font" Target="fonts/Roboto-boldItalic.fntdata"/><Relationship Id="rId27" Type="http://schemas.openxmlformats.org/officeDocument/2006/relationships/font" Target="fonts/PlayfairDisplay-regular.fntdata"/><Relationship Id="rId28" Type="http://schemas.openxmlformats.org/officeDocument/2006/relationships/font" Target="fonts/PlayfairDisplay-bold.fntdata"/><Relationship Id="rId29" Type="http://schemas.openxmlformats.org/officeDocument/2006/relationships/font" Target="fonts/PlayfairDisplay-italic.fntdata"/><Relationship Id="rId30" Type="http://schemas.openxmlformats.org/officeDocument/2006/relationships/font" Target="fonts/PlayfairDisplay-boldItalic.fntdata"/><Relationship Id="rId31" Type="http://schemas.openxmlformats.org/officeDocument/2006/relationships/font" Target="fonts/RobotoMonoLight-regular.fntdata"/><Relationship Id="rId32" Type="http://schemas.openxmlformats.org/officeDocument/2006/relationships/font" Target="fonts/RobotoMonoLight-bold.fntdata"/><Relationship Id="rId33" Type="http://schemas.openxmlformats.org/officeDocument/2006/relationships/font" Target="fonts/RobotoMonoLight-italic.fntdata"/><Relationship Id="rId34" Type="http://schemas.openxmlformats.org/officeDocument/2006/relationships/font" Target="fonts/RobotoMonoLight-boldItalic.fntdata"/><Relationship Id="rId35" Type="http://schemas.openxmlformats.org/officeDocument/2006/relationships/font" Target="fonts/RobotoLight-regular.fntdata"/><Relationship Id="rId36" Type="http://schemas.openxmlformats.org/officeDocument/2006/relationships/font" Target="fonts/RobotoLight-bold.fntdata"/><Relationship Id="rId37" Type="http://schemas.openxmlformats.org/officeDocument/2006/relationships/font" Target="fonts/RobotoLight-italic.fntdata"/><Relationship Id="rId38" Type="http://schemas.openxmlformats.org/officeDocument/2006/relationships/font" Target="fonts/RobotoLight-boldItalic.fntdata"/><Relationship Id="rId39" Type="http://schemas.openxmlformats.org/officeDocument/2006/relationships/slide" Target="slides/slide19.xml"/><Relationship Id="rId40" Type="http://schemas.openxmlformats.org/officeDocument/2006/relationships/slide" Target="slides/slide20.xml"/><Relationship Id="rId41" Type="http://schemas.openxmlformats.org/officeDocument/2006/relationships/slide" Target="slides/slide21.xml"/><Relationship Id="rId42" Type="http://schemas.openxmlformats.org/officeDocument/2006/relationships/slide" Target="slides/slide22.xml"/><Relationship Id="rId43" Type="http://schemas.openxmlformats.org/officeDocument/2006/relationships/slide" Target="slides/slide23.xml"/><Relationship Id="rId44" Type="http://schemas.openxmlformats.org/officeDocument/2006/relationships/slide" Target="slides/slide24.xml"/><Relationship Id="rId45" Type="http://schemas.openxmlformats.org/officeDocument/2006/relationships/slide" Target="slides/slide25.xml"/><Relationship Id="rId46" Type="http://schemas.openxmlformats.org/officeDocument/2006/relationships/slide" Target="slides/slide26.xml"/><Relationship Id="rId47" Type="http://schemas.openxmlformats.org/officeDocument/2006/relationships/slide" Target="slides/slide27.xml"/><Relationship Id="rId48" Type="http://schemas.openxmlformats.org/officeDocument/2006/relationships/slide" Target="slides/slide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1143523" y="685800"/>
            <a:ext cx="45717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lvl1pPr indent="-228600" lvl="0" marL="457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1pPr>
            <a:lvl2pPr indent="-228600" lvl="1" marL="914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2pPr>
            <a:lvl3pPr indent="-228600" lvl="2" marL="1371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3pPr>
            <a:lvl4pPr indent="-228600" lvl="3" marL="1828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4pPr>
            <a:lvl5pPr indent="-228600" lvl="4" marL="22860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5pPr>
            <a:lvl6pPr indent="-228600" lvl="5" marL="2743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6pPr>
            <a:lvl7pPr indent="-228600" lvl="6" marL="3200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7pPr>
            <a:lvl8pPr indent="-228600" lvl="7" marL="3657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8pPr>
            <a:lvl9pPr indent="-228600" lvl="8" marL="4114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Bubble sheets made grading kids scalable; MMLU grades models the same way. Ask the class: what can a bubble sheet never measure?</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Six steps. Why grading a generative model is hard at all, the three benchmark families, hallucination, contamination, using a model as the judge, and then designing a benchmark and trying to break it.</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We grade students with exams. Benchmarks are the exams we write for models, and they are just as easy to get wrong.</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With a classifier there is one gold label and grading is a string comparison. The moment there is more than one right answer, accuracy stops meaning anything and you have to decide what good even is.</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Always report the protocol. Two papers with different shot counts or prompt templates are not comparable.</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Watch out for contamination (test items leaked into training inflate the score) and construct validity (does the score measure the capability you care about?). A high MMLU number promises nothing about truthfulness, calibration, or safety.</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Nine sentence-level tasks, one aggregate number. It drove real progress and then models passed the human baseline in about a year, which is why SuperGLUE existed almost immediately.</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Real items from 3 of the 57 subjects. Four options means random guessing scores 25%; multiple choice makes grading trivial but invites contamination. Real items from 3 of 57 subjects; with 4 options, random guessing scores 25%.</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Forces trade-offs into view that one accuracy number hides: this model summarizes acceptably while being badly calibrated about it. Cost: expensive to run, and no tidy rank, by design.</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Pick the metric that matches what you actually care about.</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Take a couple of answers before moving on. Contamination, a narrow metric and plain overfitting can all produce a top score with nothing behind it.</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Why it is dangerous: the model optimizes for plausible text, not truth. Fluency is not accuracy, and the wrong answer sounds exactly as authoritative as a right one. You will deliberately catch one today.</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Mitigations, later weeks: retrieval grounding (RAG, Week 11), demand verifiable citations, calibrate confidence and let the model abstain.</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Intrinsic contradicts the source, extrinsic invents something the source never mentioned. The second is more dangerous, because there is nothing to contradict and it reads perfectly.</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For RAG and summarization we grade faithfulness: the answer must come from the source. Factuality is the broader, harder world-truth test.</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answer almost no model is trained to give. Silence is rarely rewarded during training, so a guess scores better than an admission, and you get a fluent number with nothing behind it.</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Reframe it as cost. When a wrong answer is expensive, I do not know is not a failure, it is the correct output.</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Caution: every automatic checker is itself imperfect. A factuality score is only as trustworthy as the source and the checker behind it.</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Then the score measures memorization, not ability. Benchmarks are public text, so they get scraped into pretraining corpora. Defenses: private or held-out test sets, canary strings, freshly collected items, and checking the corpus for verbatim overlap. It can mean the answers were memorized. Contamination breaks the one assumption a benchmark rests on: the model has never seen the test.</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Four habits. Report the protocol so two numbers can be compared at all, use more than one benchmark, check for contamination, and look at the errors rather than only the aggregate.</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We already do, at scale. The question is not whether it happens but whether the verdict deserves trust, which is the next two slides.</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Show a strong model both replies and a rubric, and let it pick. It correlates surprisingly well with human preference, which is why it is now everywhere.</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Same question, same content, two orderings, and the judge changes its mind. It also prefers the longer answer. Any evaluation built on this needs the positions swapped and averaged, or it is measuring the judge. Fixes: run both orders and keep only verdicts that survive the swap, give an explicit rubric, compare pairwise, and judge with a different model family. Zheng et al. 2023.</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Clear your desk. Covers the Week 9 lecture + LoRA (Hu 2021); optional readings are never quizzed. Finish early and your break starts early; need more time and it comes out of the break.</a:t>
            </a:r>
          </a:p>
        </p:txBody>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Flag a hallucination, then build the swap test that catches a biased judge.</a:t>
            </a:r>
          </a:p>
        </p:txBody>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provided swap-test makes every team's red-team concrete. The punchline for the activity: the winner can depend on the slot, not the answer. Every team runs this on the eval they received, so the red-teaming ends with a number instead of an opinion.</a:t>
            </a:r>
          </a:p>
        </p:txBody>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benchmark is a map, not the territory. Measure what you actually care about, then say what the number leaves out.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8.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 Id="rId3" Type="http://schemas.openxmlformats.org/officeDocument/2006/relationships/image" Target="../media/image26.jpg"/><Relationship Id="rId4" Type="http://schemas.openxmlformats.org/officeDocument/2006/relationships/image" Target="../media/image27.jp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jp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jp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jp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type="blank">
  <p:cSld name="BLANK">
    <p:spTree>
      <p:nvGrpSpPr>
        <p:cNvPr id="9" name="Shape 9"/>
        <p:cNvGrpSpPr/>
        <p:nvPr/>
      </p:nvGrpSpPr>
      <p:grpSpPr>
        <a:xfrm>
          <a:off x="0" y="0"/>
          <a:ext cx="0" cy="0"/>
          <a:chOff x="0" y="0"/>
          <a:chExt cx="0" cy="0"/>
        </a:xfrm>
      </p:grpSpPr>
      <p:sp>
        <p:nvSpPr>
          <p:cNvPr id="10" name="Google Shape;10;p2"/>
          <p:cNvSpPr/>
          <p:nvPr/>
        </p:nvSpPr>
        <p:spPr>
          <a:xfrm>
            <a:off x="0" y="3390300"/>
            <a:ext cx="91440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pic>
        <p:nvPicPr>
          <p:cNvPr id="11" name="Google Shape;11;p2"/>
          <p:cNvPicPr preferRelativeResize="0"/>
          <p:nvPr/>
        </p:nvPicPr>
        <p:blipFill rotWithShape="1">
          <a:blip r:embed="rId2">
            <a:alphaModFix/>
          </a:blip>
          <a:srcRect b="13732" l="600" r="-600" t="43847"/>
          <a:stretch/>
        </p:blipFill>
        <p:spPr>
          <a:xfrm>
            <a:off x="0" y="-70472"/>
            <a:ext cx="9198797" cy="3460774"/>
          </a:xfrm>
          <a:prstGeom prst="rect">
            <a:avLst/>
          </a:prstGeom>
          <a:noFill/>
          <a:ln>
            <a:noFill/>
          </a:ln>
        </p:spPr>
      </p:pic>
      <p:sp>
        <p:nvSpPr>
          <p:cNvPr id="12" name="Google Shape;12;p2"/>
          <p:cNvSpPr txBox="1"/>
          <p:nvPr>
            <p:ph type="title"/>
          </p:nvPr>
        </p:nvSpPr>
        <p:spPr>
          <a:xfrm>
            <a:off x="493923" y="976378"/>
            <a:ext cx="8005800" cy="18243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rgbClr val="FFFFFF"/>
              </a:buClr>
              <a:buSzPts val="36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3" name="Google Shape;13;p2"/>
          <p:cNvSpPr txBox="1"/>
          <p:nvPr>
            <p:ph idx="1" type="subTitle"/>
          </p:nvPr>
        </p:nvSpPr>
        <p:spPr>
          <a:xfrm>
            <a:off x="493926" y="3549825"/>
            <a:ext cx="7661100" cy="970800"/>
          </a:xfrm>
          <a:prstGeom prst="rect">
            <a:avLst/>
          </a:prstGeom>
        </p:spPr>
        <p:txBody>
          <a:bodyPr anchorCtr="0" anchor="t" bIns="34275" lIns="34275" spcFirstLastPara="1" rIns="34275" wrap="square" tIns="34275">
            <a:noAutofit/>
          </a:bodyPr>
          <a:lstStyle>
            <a:lvl1pPr lvl="0">
              <a:spcBef>
                <a:spcPts val="700"/>
              </a:spcBef>
              <a:spcAft>
                <a:spcPts val="0"/>
              </a:spcAft>
              <a:buNone/>
              <a:defRPr>
                <a:solidFill>
                  <a:schemeClr val="dk1"/>
                </a:solidFill>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4" name="Google Shape;14;p2"/>
          <p:cNvSpPr txBox="1"/>
          <p:nvPr>
            <p:ph idx="2" type="subTitle"/>
          </p:nvPr>
        </p:nvSpPr>
        <p:spPr>
          <a:xfrm>
            <a:off x="493923" y="4079316"/>
            <a:ext cx="7327800" cy="29871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2 Columns">
  <p:cSld name="2_Portfolio Three">
    <p:spTree>
      <p:nvGrpSpPr>
        <p:cNvPr id="15" name="Shape 15"/>
        <p:cNvGrpSpPr/>
        <p:nvPr/>
      </p:nvGrpSpPr>
      <p:grpSpPr>
        <a:xfrm>
          <a:off x="0" y="0"/>
          <a:ext cx="0" cy="0"/>
          <a:chOff x="0" y="0"/>
          <a:chExt cx="0" cy="0"/>
        </a:xfrm>
      </p:grpSpPr>
      <p:sp>
        <p:nvSpPr>
          <p:cNvPr id="16" name="Google Shape;16;p3"/>
          <p:cNvSpPr txBox="1"/>
          <p:nvPr>
            <p:ph idx="1" type="body"/>
          </p:nvPr>
        </p:nvSpPr>
        <p:spPr>
          <a:xfrm>
            <a:off x="50957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17" name="Google Shape;17;p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8" name="Google Shape;18;p3"/>
          <p:cNvSpPr txBox="1"/>
          <p:nvPr>
            <p:ph idx="2"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9" name="Google Shape;19;p3"/>
          <p:cNvSpPr txBox="1"/>
          <p:nvPr>
            <p:ph idx="3" type="body"/>
          </p:nvPr>
        </p:nvSpPr>
        <p:spPr>
          <a:xfrm>
            <a:off x="482712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3 Columns">
  <p:cSld name="1_Slide with Placeholder">
    <p:spTree>
      <p:nvGrpSpPr>
        <p:cNvPr id="20" name="Shape 20"/>
        <p:cNvGrpSpPr/>
        <p:nvPr/>
      </p:nvGrpSpPr>
      <p:grpSpPr>
        <a:xfrm>
          <a:off x="0" y="0"/>
          <a:ext cx="0" cy="0"/>
          <a:chOff x="0" y="0"/>
          <a:chExt cx="0" cy="0"/>
        </a:xfrm>
      </p:grpSpPr>
      <p:sp>
        <p:nvSpPr>
          <p:cNvPr id="21" name="Google Shape;21;p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22" name="Google Shape;22;p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23" name="Google Shape;23;p4"/>
          <p:cNvSpPr txBox="1"/>
          <p:nvPr>
            <p:ph idx="2" type="body"/>
          </p:nvPr>
        </p:nvSpPr>
        <p:spPr>
          <a:xfrm>
            <a:off x="5521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4" name="Google Shape;24;p4"/>
          <p:cNvSpPr txBox="1"/>
          <p:nvPr>
            <p:ph idx="3" type="body"/>
          </p:nvPr>
        </p:nvSpPr>
        <p:spPr>
          <a:xfrm>
            <a:off x="33374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5" name="Google Shape;25;p4"/>
          <p:cNvSpPr txBox="1"/>
          <p:nvPr>
            <p:ph idx="4" type="body"/>
          </p:nvPr>
        </p:nvSpPr>
        <p:spPr>
          <a:xfrm>
            <a:off x="6160800"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p:cSld name="Cover Slide">
    <p:spTree>
      <p:nvGrpSpPr>
        <p:cNvPr id="26" name="Shape 26"/>
        <p:cNvGrpSpPr/>
        <p:nvPr/>
      </p:nvGrpSpPr>
      <p:grpSpPr>
        <a:xfrm>
          <a:off x="0" y="0"/>
          <a:ext cx="0" cy="0"/>
          <a:chOff x="0" y="0"/>
          <a:chExt cx="0" cy="0"/>
        </a:xfrm>
      </p:grpSpPr>
      <p:pic>
        <p:nvPicPr>
          <p:cNvPr id="27" name="Google Shape;27;p5"/>
          <p:cNvPicPr preferRelativeResize="0"/>
          <p:nvPr/>
        </p:nvPicPr>
        <p:blipFill rotWithShape="1">
          <a:blip r:embed="rId2">
            <a:alphaModFix/>
          </a:blip>
          <a:srcRect b="0" l="0" r="0" t="0"/>
          <a:stretch/>
        </p:blipFill>
        <p:spPr>
          <a:xfrm>
            <a:off x="595" y="0"/>
            <a:ext cx="9142810" cy="5142831"/>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with Logo">
  <p:cSld name="Cover Slide_2">
    <p:spTree>
      <p:nvGrpSpPr>
        <p:cNvPr id="28" name="Shape 28"/>
        <p:cNvGrpSpPr/>
        <p:nvPr/>
      </p:nvGrpSpPr>
      <p:grpSpPr>
        <a:xfrm>
          <a:off x="0" y="0"/>
          <a:ext cx="0" cy="0"/>
          <a:chOff x="0" y="0"/>
          <a:chExt cx="0" cy="0"/>
        </a:xfrm>
      </p:grpSpPr>
      <p:pic>
        <p:nvPicPr>
          <p:cNvPr id="29" name="Google Shape;29;p6"/>
          <p:cNvPicPr preferRelativeResize="0"/>
          <p:nvPr/>
        </p:nvPicPr>
        <p:blipFill rotWithShape="1">
          <a:blip r:embed="rId2">
            <a:alphaModFix/>
          </a:blip>
          <a:srcRect b="0" l="0" r="0" t="0"/>
          <a:stretch/>
        </p:blipFill>
        <p:spPr>
          <a:xfrm>
            <a:off x="595" y="0"/>
            <a:ext cx="9142810" cy="5142831"/>
          </a:xfrm>
          <a:prstGeom prst="rect">
            <a:avLst/>
          </a:prstGeom>
          <a:noFill/>
          <a:ln>
            <a:noFill/>
          </a:ln>
        </p:spPr>
      </p:pic>
      <p:pic>
        <p:nvPicPr>
          <p:cNvPr id="30" name="Google Shape;30;p6"/>
          <p:cNvPicPr preferRelativeResize="0"/>
          <p:nvPr/>
        </p:nvPicPr>
        <p:blipFill>
          <a:blip r:embed="rId3">
            <a:alphaModFix/>
          </a:blip>
          <a:stretch>
            <a:fillRect/>
          </a:stretch>
        </p:blipFill>
        <p:spPr>
          <a:xfrm>
            <a:off x="2103514" y="628706"/>
            <a:ext cx="4936973" cy="3885582"/>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Acknowledgments Slide">
  <p:cSld name="Cover Slide_1">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2">
            <a:alphaModFix/>
          </a:blip>
          <a:srcRect b="0" l="0" r="0" t="0"/>
          <a:stretch/>
        </p:blipFill>
        <p:spPr>
          <a:xfrm>
            <a:off x="595" y="0"/>
            <a:ext cx="9142810" cy="5142831"/>
          </a:xfrm>
          <a:prstGeom prst="rect">
            <a:avLst/>
          </a:prstGeom>
          <a:noFill/>
          <a:ln>
            <a:noFill/>
          </a:ln>
        </p:spPr>
      </p:pic>
      <p:sp>
        <p:nvSpPr>
          <p:cNvPr id="33" name="Google Shape;33;p7"/>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lt1"/>
              </a:buClr>
              <a:buSzPts val="5600"/>
              <a:buFont typeface="Playfair Display"/>
              <a:buNone/>
              <a:defRPr i="0" sz="5600" u="none" cap="none" strike="noStrike">
                <a:solidFill>
                  <a:schemeClr val="lt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4" name="Google Shape;34;p7"/>
          <p:cNvSpPr txBox="1"/>
          <p:nvPr>
            <p:ph idx="1" type="subTitle"/>
          </p:nvPr>
        </p:nvSpPr>
        <p:spPr>
          <a:xfrm>
            <a:off x="509521" y="1401113"/>
            <a:ext cx="5120100" cy="1558200"/>
          </a:xfrm>
          <a:prstGeom prst="rect">
            <a:avLst/>
          </a:prstGeom>
        </p:spPr>
        <p:txBody>
          <a:bodyPr anchorCtr="0" anchor="t" bIns="34275" lIns="34275" spcFirstLastPara="1" rIns="34275" wrap="square" tIns="34275">
            <a:noAutofit/>
          </a:bodyPr>
          <a:lstStyle>
            <a:lvl1pPr lvl="0">
              <a:spcBef>
                <a:spcPts val="700"/>
              </a:spcBef>
              <a:spcAft>
                <a:spcPts val="0"/>
              </a:spcAft>
              <a:buNone/>
              <a:defRPr sz="2700">
                <a:solidFill>
                  <a:schemeClr val="lt1"/>
                </a:solidFill>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Title only">
  <p:cSld name="Custom Layout">
    <p:spTree>
      <p:nvGrpSpPr>
        <p:cNvPr id="35" name="Shape 35"/>
        <p:cNvGrpSpPr/>
        <p:nvPr/>
      </p:nvGrpSpPr>
      <p:grpSpPr>
        <a:xfrm>
          <a:off x="0" y="0"/>
          <a:ext cx="0" cy="0"/>
          <a:chOff x="0" y="0"/>
          <a:chExt cx="0" cy="0"/>
        </a:xfrm>
      </p:grpSpPr>
      <p:sp>
        <p:nvSpPr>
          <p:cNvPr id="36" name="Google Shape;36;p8"/>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7" name="Google Shape;37;p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Big Concept Slide">
  <p:cSld name="Slide with Placeholder">
    <p:spTree>
      <p:nvGrpSpPr>
        <p:cNvPr id="38" name="Shape 38"/>
        <p:cNvGrpSpPr/>
        <p:nvPr/>
      </p:nvGrpSpPr>
      <p:grpSpPr>
        <a:xfrm>
          <a:off x="0" y="0"/>
          <a:ext cx="0" cy="0"/>
          <a:chOff x="0" y="0"/>
          <a:chExt cx="0" cy="0"/>
        </a:xfrm>
      </p:grpSpPr>
      <p:sp>
        <p:nvSpPr>
          <p:cNvPr id="39" name="Google Shape;39;p9"/>
          <p:cNvSpPr txBox="1"/>
          <p:nvPr>
            <p:ph type="title"/>
          </p:nvPr>
        </p:nvSpPr>
        <p:spPr>
          <a:xfrm>
            <a:off x="509577" y="2245519"/>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0" name="Google Shape;40;p9"/>
          <p:cNvSpPr txBox="1"/>
          <p:nvPr>
            <p:ph idx="1" type="subTitle"/>
          </p:nvPr>
        </p:nvSpPr>
        <p:spPr>
          <a:xfrm>
            <a:off x="509577" y="3154509"/>
            <a:ext cx="6737700" cy="9531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p:cSld name="Large Picture with Logo">
    <p:spTree>
      <p:nvGrpSpPr>
        <p:cNvPr id="41" name="Shape 41"/>
        <p:cNvGrpSpPr/>
        <p:nvPr/>
      </p:nvGrpSpPr>
      <p:grpSpPr>
        <a:xfrm>
          <a:off x="0" y="0"/>
          <a:ext cx="0" cy="0"/>
          <a:chOff x="0" y="0"/>
          <a:chExt cx="0" cy="0"/>
        </a:xfrm>
      </p:grpSpPr>
      <p:sp>
        <p:nvSpPr>
          <p:cNvPr id="42" name="Google Shape;42;p10"/>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3" name="Google Shape;43;p10"/>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44" name="Google Shape;44;p10"/>
          <p:cNvPicPr preferRelativeResize="0"/>
          <p:nvPr/>
        </p:nvPicPr>
        <p:blipFill rotWithShape="1">
          <a:blip r:embed="rId2">
            <a:alphaModFix/>
          </a:blip>
          <a:srcRect b="2009" l="27412" r="6551" t="0"/>
          <a:stretch/>
        </p:blipFill>
        <p:spPr>
          <a:xfrm>
            <a:off x="7006675" y="-56025"/>
            <a:ext cx="2176574" cy="4846049"/>
          </a:xfrm>
          <a:prstGeom prst="rect">
            <a:avLst/>
          </a:prstGeom>
          <a:noFill/>
          <a:ln>
            <a:noFill/>
          </a:ln>
        </p:spPr>
      </p:pic>
      <p:sp>
        <p:nvSpPr>
          <p:cNvPr id="45" name="Google Shape;45;p10"/>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1">
  <p:cSld name="Large Picture with Logo_1">
    <p:spTree>
      <p:nvGrpSpPr>
        <p:cNvPr id="46" name="Shape 46"/>
        <p:cNvGrpSpPr/>
        <p:nvPr/>
      </p:nvGrpSpPr>
      <p:grpSpPr>
        <a:xfrm>
          <a:off x="0" y="0"/>
          <a:ext cx="0" cy="0"/>
          <a:chOff x="0" y="0"/>
          <a:chExt cx="0" cy="0"/>
        </a:xfrm>
      </p:grpSpPr>
      <p:sp>
        <p:nvSpPr>
          <p:cNvPr id="47" name="Google Shape;47;p1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8" name="Google Shape;48;p11"/>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49" name="Google Shape;49;p11"/>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2">
  <p:cSld name="Large Picture with Logo_1_1">
    <p:spTree>
      <p:nvGrpSpPr>
        <p:cNvPr id="50" name="Shape 50"/>
        <p:cNvGrpSpPr/>
        <p:nvPr/>
      </p:nvGrpSpPr>
      <p:grpSpPr>
        <a:xfrm>
          <a:off x="0" y="0"/>
          <a:ext cx="0" cy="0"/>
          <a:chOff x="0" y="0"/>
          <a:chExt cx="0" cy="0"/>
        </a:xfrm>
      </p:grpSpPr>
      <p:sp>
        <p:nvSpPr>
          <p:cNvPr id="51" name="Google Shape;51;p12"/>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2" name="Google Shape;52;p12"/>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53" name="Google Shape;53;p12"/>
          <p:cNvPicPr preferRelativeResize="0"/>
          <p:nvPr/>
        </p:nvPicPr>
        <p:blipFill rotWithShape="1">
          <a:blip r:embed="rId2">
            <a:alphaModFix/>
          </a:blip>
          <a:srcRect b="0" l="27412" r="6551" t="0"/>
          <a:stretch/>
        </p:blipFill>
        <p:spPr>
          <a:xfrm>
            <a:off x="7006675" y="-57150"/>
            <a:ext cx="2137324" cy="4856125"/>
          </a:xfrm>
          <a:prstGeom prst="rect">
            <a:avLst/>
          </a:prstGeom>
          <a:noFill/>
          <a:ln>
            <a:noFill/>
          </a:ln>
        </p:spPr>
      </p:pic>
      <p:pic>
        <p:nvPicPr>
          <p:cNvPr id="54" name="Google Shape;54;p12"/>
          <p:cNvPicPr preferRelativeResize="0"/>
          <p:nvPr/>
        </p:nvPicPr>
        <p:blipFill rotWithShape="1">
          <a:blip r:embed="rId3">
            <a:alphaModFix/>
          </a:blip>
          <a:srcRect b="0" l="8950" r="0" t="0"/>
          <a:stretch/>
        </p:blipFill>
        <p:spPr>
          <a:xfrm>
            <a:off x="7006665" y="-57150"/>
            <a:ext cx="6633784" cy="4856124"/>
          </a:xfrm>
          <a:prstGeom prst="rect">
            <a:avLst/>
          </a:prstGeom>
          <a:noFill/>
          <a:ln>
            <a:noFill/>
          </a:ln>
        </p:spPr>
      </p:pic>
      <p:pic>
        <p:nvPicPr>
          <p:cNvPr id="55" name="Google Shape;55;p12"/>
          <p:cNvPicPr preferRelativeResize="0"/>
          <p:nvPr/>
        </p:nvPicPr>
        <p:blipFill rotWithShape="1">
          <a:blip r:embed="rId4">
            <a:alphaModFix/>
          </a:blip>
          <a:srcRect b="0" l="39028" r="0" t="0"/>
          <a:stretch/>
        </p:blipFill>
        <p:spPr>
          <a:xfrm>
            <a:off x="7006676" y="-57150"/>
            <a:ext cx="4442373" cy="4856124"/>
          </a:xfrm>
          <a:prstGeom prst="rect">
            <a:avLst/>
          </a:prstGeom>
          <a:noFill/>
          <a:ln>
            <a:noFill/>
          </a:ln>
        </p:spPr>
      </p:pic>
      <p:sp>
        <p:nvSpPr>
          <p:cNvPr id="56" name="Google Shape;56;p12"/>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3">
  <p:cSld name="Large Picture with Logo_1_1_1">
    <p:spTree>
      <p:nvGrpSpPr>
        <p:cNvPr id="57" name="Shape 57"/>
        <p:cNvGrpSpPr/>
        <p:nvPr/>
      </p:nvGrpSpPr>
      <p:grpSpPr>
        <a:xfrm>
          <a:off x="0" y="0"/>
          <a:ext cx="0" cy="0"/>
          <a:chOff x="0" y="0"/>
          <a:chExt cx="0" cy="0"/>
        </a:xfrm>
      </p:grpSpPr>
      <p:sp>
        <p:nvSpPr>
          <p:cNvPr id="58" name="Google Shape;58;p1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9" name="Google Shape;59;p13"/>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0" name="Google Shape;60;p13"/>
          <p:cNvPicPr preferRelativeResize="0"/>
          <p:nvPr/>
        </p:nvPicPr>
        <p:blipFill rotWithShape="1">
          <a:blip r:embed="rId2">
            <a:alphaModFix/>
          </a:blip>
          <a:srcRect b="0" l="24210" r="1252" t="0"/>
          <a:stretch/>
        </p:blipFill>
        <p:spPr>
          <a:xfrm>
            <a:off x="7006675" y="-57150"/>
            <a:ext cx="5430948" cy="4856124"/>
          </a:xfrm>
          <a:prstGeom prst="rect">
            <a:avLst/>
          </a:prstGeom>
          <a:noFill/>
          <a:ln>
            <a:noFill/>
          </a:ln>
        </p:spPr>
      </p:pic>
      <p:sp>
        <p:nvSpPr>
          <p:cNvPr id="61" name="Google Shape;61;p13"/>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4">
  <p:cSld name="Large Picture with Logo_1_1_1_1">
    <p:spTree>
      <p:nvGrpSpPr>
        <p:cNvPr id="62" name="Shape 62"/>
        <p:cNvGrpSpPr/>
        <p:nvPr/>
      </p:nvGrpSpPr>
      <p:grpSpPr>
        <a:xfrm>
          <a:off x="0" y="0"/>
          <a:ext cx="0" cy="0"/>
          <a:chOff x="0" y="0"/>
          <a:chExt cx="0" cy="0"/>
        </a:xfrm>
      </p:grpSpPr>
      <p:sp>
        <p:nvSpPr>
          <p:cNvPr id="63" name="Google Shape;63;p1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4" name="Google Shape;64;p1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5" name="Google Shape;65;p14"/>
          <p:cNvPicPr preferRelativeResize="0"/>
          <p:nvPr/>
        </p:nvPicPr>
        <p:blipFill rotWithShape="1">
          <a:blip r:embed="rId2">
            <a:alphaModFix/>
          </a:blip>
          <a:srcRect b="0" l="34525" r="0" t="0"/>
          <a:stretch/>
        </p:blipFill>
        <p:spPr>
          <a:xfrm>
            <a:off x="7010075" y="-57150"/>
            <a:ext cx="2543048" cy="4856125"/>
          </a:xfrm>
          <a:prstGeom prst="rect">
            <a:avLst/>
          </a:prstGeom>
          <a:noFill/>
          <a:ln>
            <a:noFill/>
          </a:ln>
        </p:spPr>
      </p:pic>
      <p:sp>
        <p:nvSpPr>
          <p:cNvPr id="66" name="Google Shape;66;p14"/>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p:cSld name="3_Placeholder">
    <p:spTree>
      <p:nvGrpSpPr>
        <p:cNvPr id="67" name="Shape 67"/>
        <p:cNvGrpSpPr/>
        <p:nvPr/>
      </p:nvGrpSpPr>
      <p:grpSpPr>
        <a:xfrm>
          <a:off x="0" y="0"/>
          <a:ext cx="0" cy="0"/>
          <a:chOff x="0" y="0"/>
          <a:chExt cx="0" cy="0"/>
        </a:xfrm>
      </p:grpSpPr>
      <p:sp>
        <p:nvSpPr>
          <p:cNvPr id="68" name="Google Shape;68;p15"/>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9" name="Google Shape;69;p15"/>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0" name="Google Shape;70;p15"/>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1">
  <p:cSld name="3_Placeholder_1">
    <p:spTree>
      <p:nvGrpSpPr>
        <p:cNvPr id="71" name="Shape 71"/>
        <p:cNvGrpSpPr/>
        <p:nvPr/>
      </p:nvGrpSpPr>
      <p:grpSpPr>
        <a:xfrm>
          <a:off x="0" y="0"/>
          <a:ext cx="0" cy="0"/>
          <a:chOff x="0" y="0"/>
          <a:chExt cx="0" cy="0"/>
        </a:xfrm>
      </p:grpSpPr>
      <p:sp>
        <p:nvSpPr>
          <p:cNvPr id="72" name="Google Shape;72;p16"/>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3" name="Google Shape;73;p16"/>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4" name="Google Shape;74;p16"/>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Single Statistic">
  <p:cSld name="1_Placeholder">
    <p:spTree>
      <p:nvGrpSpPr>
        <p:cNvPr id="75" name="Shape 75"/>
        <p:cNvGrpSpPr/>
        <p:nvPr/>
      </p:nvGrpSpPr>
      <p:grpSpPr>
        <a:xfrm>
          <a:off x="0" y="0"/>
          <a:ext cx="0" cy="0"/>
          <a:chOff x="0" y="0"/>
          <a:chExt cx="0" cy="0"/>
        </a:xfrm>
      </p:grpSpPr>
      <p:sp>
        <p:nvSpPr>
          <p:cNvPr id="76" name="Google Shape;76;p17"/>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7" name="Google Shape;77;p17"/>
          <p:cNvSpPr txBox="1"/>
          <p:nvPr>
            <p:ph type="title"/>
          </p:nvPr>
        </p:nvSpPr>
        <p:spPr>
          <a:xfrm>
            <a:off x="454066" y="182433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94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78" name="Google Shape;78;p17"/>
          <p:cNvSpPr txBox="1"/>
          <p:nvPr>
            <p:ph idx="2" type="subTitle"/>
          </p:nvPr>
        </p:nvSpPr>
        <p:spPr>
          <a:xfrm>
            <a:off x="454066" y="3127509"/>
            <a:ext cx="8353200" cy="7152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9" name="Google Shape;79;p17"/>
          <p:cNvSpPr txBox="1"/>
          <p:nvPr>
            <p:ph idx="3" type="subTitle"/>
          </p:nvPr>
        </p:nvSpPr>
        <p:spPr>
          <a:xfrm>
            <a:off x="4838166" y="1824350"/>
            <a:ext cx="38664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0" name="Google Shape;80;p17"/>
          <p:cNvSpPr txBox="1"/>
          <p:nvPr>
            <p:ph idx="4" type="title"/>
          </p:nvPr>
        </p:nvSpPr>
        <p:spPr>
          <a:xfrm>
            <a:off x="509577" y="837514"/>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Multiple Statistics">
  <p:cSld name="1_Placeholder_1">
    <p:spTree>
      <p:nvGrpSpPr>
        <p:cNvPr id="81" name="Shape 81"/>
        <p:cNvGrpSpPr/>
        <p:nvPr/>
      </p:nvGrpSpPr>
      <p:grpSpPr>
        <a:xfrm>
          <a:off x="0" y="0"/>
          <a:ext cx="0" cy="0"/>
          <a:chOff x="0" y="0"/>
          <a:chExt cx="0" cy="0"/>
        </a:xfrm>
      </p:grpSpPr>
      <p:sp>
        <p:nvSpPr>
          <p:cNvPr id="82" name="Google Shape;82;p1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3" name="Google Shape;83;p18"/>
          <p:cNvSpPr txBox="1"/>
          <p:nvPr>
            <p:ph type="title"/>
          </p:nvPr>
        </p:nvSpPr>
        <p:spPr>
          <a:xfrm>
            <a:off x="454066" y="75948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4" name="Google Shape;84;p18"/>
          <p:cNvSpPr txBox="1"/>
          <p:nvPr>
            <p:ph idx="2" type="subTitle"/>
          </p:nvPr>
        </p:nvSpPr>
        <p:spPr>
          <a:xfrm>
            <a:off x="4759893" y="759488"/>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5" name="Google Shape;85;p18"/>
          <p:cNvSpPr txBox="1"/>
          <p:nvPr>
            <p:ph idx="3" type="title"/>
          </p:nvPr>
        </p:nvSpPr>
        <p:spPr>
          <a:xfrm>
            <a:off x="454066" y="2037533"/>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5"/>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6" name="Google Shape;86;p18"/>
          <p:cNvSpPr txBox="1"/>
          <p:nvPr>
            <p:ph idx="4" type="subTitle"/>
          </p:nvPr>
        </p:nvSpPr>
        <p:spPr>
          <a:xfrm>
            <a:off x="4759893" y="2037533"/>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7" name="Google Shape;87;p18"/>
          <p:cNvSpPr txBox="1"/>
          <p:nvPr>
            <p:ph idx="5" type="title"/>
          </p:nvPr>
        </p:nvSpPr>
        <p:spPr>
          <a:xfrm>
            <a:off x="454066" y="343770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6"/>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8" name="Google Shape;88;p18"/>
          <p:cNvSpPr txBox="1"/>
          <p:nvPr>
            <p:ph idx="6" type="subTitle"/>
          </p:nvPr>
        </p:nvSpPr>
        <p:spPr>
          <a:xfrm>
            <a:off x="4759893" y="3437709"/>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Quote">
  <p:cSld name="CUSTOM">
    <p:spTree>
      <p:nvGrpSpPr>
        <p:cNvPr id="89" name="Shape 89"/>
        <p:cNvGrpSpPr/>
        <p:nvPr/>
      </p:nvGrpSpPr>
      <p:grpSpPr>
        <a:xfrm>
          <a:off x="0" y="0"/>
          <a:ext cx="0" cy="0"/>
          <a:chOff x="0" y="0"/>
          <a:chExt cx="0" cy="0"/>
        </a:xfrm>
      </p:grpSpPr>
      <p:sp>
        <p:nvSpPr>
          <p:cNvPr id="90" name="Google Shape;90;p19"/>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91" name="Google Shape;91;p19"/>
          <p:cNvSpPr/>
          <p:nvPr/>
        </p:nvSpPr>
        <p:spPr>
          <a:xfrm>
            <a:off x="5748887" y="1561152"/>
            <a:ext cx="1718100" cy="219300"/>
          </a:xfrm>
          <a:prstGeom prst="rect">
            <a:avLst/>
          </a:prstGeom>
          <a:solidFill>
            <a:srgbClr val="738D33"/>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2" name="Google Shape;92;p19"/>
          <p:cNvSpPr/>
          <p:nvPr/>
        </p:nvSpPr>
        <p:spPr>
          <a:xfrm>
            <a:off x="7467434" y="1561152"/>
            <a:ext cx="1718100" cy="219300"/>
          </a:xfrm>
          <a:prstGeom prst="rect">
            <a:avLst/>
          </a:prstGeom>
          <a:solidFill>
            <a:srgbClr val="625578"/>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3" name="Google Shape;93;p19"/>
          <p:cNvSpPr/>
          <p:nvPr/>
        </p:nvSpPr>
        <p:spPr>
          <a:xfrm>
            <a:off x="0" y="1561152"/>
            <a:ext cx="1718100" cy="219300"/>
          </a:xfrm>
          <a:prstGeom prst="rect">
            <a:avLst/>
          </a:prstGeom>
          <a:solidFill>
            <a:srgbClr val="FFB60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4" name="Google Shape;94;p19"/>
          <p:cNvSpPr/>
          <p:nvPr/>
        </p:nvSpPr>
        <p:spPr>
          <a:xfrm>
            <a:off x="1718076" y="1561152"/>
            <a:ext cx="1718100" cy="219300"/>
          </a:xfrm>
          <a:prstGeom prst="rect">
            <a:avLst/>
          </a:prstGeom>
          <a:solidFill>
            <a:srgbClr val="498DA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5" name="Google Shape;95;p19"/>
          <p:cNvSpPr txBox="1"/>
          <p:nvPr/>
        </p:nvSpPr>
        <p:spPr>
          <a:xfrm>
            <a:off x="3589051" y="975950"/>
            <a:ext cx="1965900" cy="875400"/>
          </a:xfrm>
          <a:prstGeom prst="rect">
            <a:avLst/>
          </a:prstGeom>
          <a:noFill/>
          <a:ln>
            <a:noFill/>
          </a:ln>
        </p:spPr>
        <p:txBody>
          <a:bodyPr anchorCtr="0" anchor="t" bIns="34275" lIns="34275" spcFirstLastPara="1" rIns="34275" wrap="square" tIns="34275">
            <a:noAutofit/>
          </a:bodyPr>
          <a:lstStyle/>
          <a:p>
            <a:pPr indent="0" lvl="0" marL="0" rtl="0" algn="ctr">
              <a:spcBef>
                <a:spcPts val="0"/>
              </a:spcBef>
              <a:spcAft>
                <a:spcPts val="0"/>
              </a:spcAft>
              <a:buNone/>
            </a:pPr>
            <a:r>
              <a:rPr b="1" lang="en" sz="12000">
                <a:solidFill>
                  <a:srgbClr val="818387"/>
                </a:solidFill>
              </a:rPr>
              <a:t>“</a:t>
            </a:r>
            <a:endParaRPr b="1" sz="12000">
              <a:solidFill>
                <a:srgbClr val="818387"/>
              </a:solidFill>
            </a:endParaRPr>
          </a:p>
        </p:txBody>
      </p:sp>
      <p:sp>
        <p:nvSpPr>
          <p:cNvPr id="96" name="Google Shape;96;p19"/>
          <p:cNvSpPr txBox="1"/>
          <p:nvPr>
            <p:ph type="title"/>
          </p:nvPr>
        </p:nvSpPr>
        <p:spPr>
          <a:xfrm>
            <a:off x="1682308" y="2130769"/>
            <a:ext cx="5779500" cy="1962600"/>
          </a:xfrm>
          <a:prstGeom prst="rect">
            <a:avLst/>
          </a:prstGeom>
        </p:spPr>
        <p:txBody>
          <a:bodyPr anchorCtr="0" anchor="t" bIns="34275" lIns="34275" spcFirstLastPara="1" rIns="34275" wrap="square" tIns="34275">
            <a:noAutofit/>
          </a:bodyPr>
          <a:lstStyle>
            <a:lvl1pPr lvl="0" algn="ctr">
              <a:spcBef>
                <a:spcPts val="0"/>
              </a:spcBef>
              <a:spcAft>
                <a:spcPts val="0"/>
              </a:spcAft>
              <a:buNone/>
              <a:defRPr sz="4500"/>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97" name="Google Shape;97;p19"/>
          <p:cNvSpPr txBox="1"/>
          <p:nvPr>
            <p:ph idx="2" type="subTitle"/>
          </p:nvPr>
        </p:nvSpPr>
        <p:spPr>
          <a:xfrm>
            <a:off x="3300470" y="3999056"/>
            <a:ext cx="2543100" cy="384600"/>
          </a:xfrm>
          <a:prstGeom prst="rect">
            <a:avLst/>
          </a:prstGeom>
        </p:spPr>
        <p:txBody>
          <a:bodyPr anchorCtr="0" anchor="t" bIns="34275" lIns="34275" spcFirstLastPara="1" rIns="34275" wrap="square" tIns="34275">
            <a:noAutofit/>
          </a:bodyPr>
          <a:lstStyle>
            <a:lvl1pPr lvl="0" algn="ctr">
              <a:spcBef>
                <a:spcPts val="700"/>
              </a:spcBef>
              <a:spcAft>
                <a:spcPts val="0"/>
              </a:spcAft>
              <a:buNone/>
              <a:defRPr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3_Title Slide" showMasterSp="0">
  <p:cSld name="13_Title Slide">
    <p:spTree>
      <p:nvGrpSpPr>
        <p:cNvPr id="98" name="Shape 98"/>
        <p:cNvGrpSpPr/>
        <p:nvPr/>
      </p:nvGrpSpPr>
      <p:grpSpPr>
        <a:xfrm>
          <a:off x="0" y="0"/>
          <a:ext cx="0" cy="0"/>
          <a:chOff x="0" y="0"/>
          <a:chExt cx="0" cy="0"/>
        </a:xfrm>
      </p:grpSpPr>
      <p:sp>
        <p:nvSpPr>
          <p:cNvPr id="99" name="Google Shape;99;p20"/>
          <p:cNvSpPr/>
          <p:nvPr>
            <p:ph idx="2" type="pic"/>
          </p:nvPr>
        </p:nvSpPr>
        <p:spPr>
          <a:xfrm>
            <a:off x="192505" y="514350"/>
            <a:ext cx="1600200" cy="4629300"/>
          </a:xfrm>
          <a:prstGeom prst="rect">
            <a:avLst/>
          </a:prstGeom>
          <a:noFill/>
          <a:ln>
            <a:noFill/>
          </a:ln>
        </p:spPr>
      </p:sp>
      <p:sp>
        <p:nvSpPr>
          <p:cNvPr id="100" name="Google Shape;100;p20"/>
          <p:cNvSpPr/>
          <p:nvPr>
            <p:ph idx="3" type="pic"/>
          </p:nvPr>
        </p:nvSpPr>
        <p:spPr>
          <a:xfrm>
            <a:off x="1997242" y="0"/>
            <a:ext cx="1600200" cy="4629300"/>
          </a:xfrm>
          <a:prstGeom prst="rect">
            <a:avLst/>
          </a:prstGeom>
          <a:noFill/>
          <a:ln>
            <a:noFill/>
          </a:ln>
        </p:spPr>
      </p:sp>
      <p:sp>
        <p:nvSpPr>
          <p:cNvPr id="101" name="Google Shape;101;p20"/>
          <p:cNvSpPr/>
          <p:nvPr>
            <p:ph idx="4" type="pic"/>
          </p:nvPr>
        </p:nvSpPr>
        <p:spPr>
          <a:xfrm>
            <a:off x="3801980" y="514350"/>
            <a:ext cx="1600200" cy="4629300"/>
          </a:xfrm>
          <a:prstGeom prst="rect">
            <a:avLst/>
          </a:prstGeom>
          <a:noFill/>
          <a:ln>
            <a:noFill/>
          </a:ln>
        </p:spPr>
      </p:sp>
      <p:sp>
        <p:nvSpPr>
          <p:cNvPr id="102" name="Google Shape;102;p20"/>
          <p:cNvSpPr/>
          <p:nvPr>
            <p:ph idx="5" type="pic"/>
          </p:nvPr>
        </p:nvSpPr>
        <p:spPr>
          <a:xfrm>
            <a:off x="5606716" y="0"/>
            <a:ext cx="1600200" cy="4629300"/>
          </a:xfrm>
          <a:prstGeom prst="rect">
            <a:avLst/>
          </a:prstGeom>
          <a:noFill/>
          <a:ln>
            <a:noFill/>
          </a:ln>
        </p:spPr>
      </p:sp>
      <p:sp>
        <p:nvSpPr>
          <p:cNvPr id="103" name="Google Shape;103;p20"/>
          <p:cNvSpPr/>
          <p:nvPr>
            <p:ph idx="6" type="pic"/>
          </p:nvPr>
        </p:nvSpPr>
        <p:spPr>
          <a:xfrm>
            <a:off x="7411453" y="514350"/>
            <a:ext cx="1600200" cy="4629300"/>
          </a:xfrm>
          <a:prstGeom prst="rect">
            <a:avLst/>
          </a:prstGeom>
          <a:noFill/>
          <a:ln>
            <a:noFill/>
          </a:ln>
        </p:spPr>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1">
  <p:cSld name="1_Cover Page">
    <p:spTree>
      <p:nvGrpSpPr>
        <p:cNvPr id="104" name="Shape 104"/>
        <p:cNvGrpSpPr/>
        <p:nvPr/>
      </p:nvGrpSpPr>
      <p:grpSpPr>
        <a:xfrm>
          <a:off x="0" y="0"/>
          <a:ext cx="0" cy="0"/>
          <a:chOff x="0" y="0"/>
          <a:chExt cx="0" cy="0"/>
        </a:xfrm>
      </p:grpSpPr>
      <p:sp>
        <p:nvSpPr>
          <p:cNvPr id="105" name="Google Shape;105;p21"/>
          <p:cNvSpPr/>
          <p:nvPr/>
        </p:nvSpPr>
        <p:spPr>
          <a:xfrm>
            <a:off x="-53437" y="3390300"/>
            <a:ext cx="91974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1400" u="none" cap="none" strike="noStrike">
              <a:solidFill>
                <a:srgbClr val="000000"/>
              </a:solidFill>
              <a:latin typeface="Arial"/>
              <a:ea typeface="Arial"/>
              <a:cs typeface="Arial"/>
              <a:sym typeface="Arial"/>
            </a:endParaRPr>
          </a:p>
        </p:txBody>
      </p:sp>
      <p:pic>
        <p:nvPicPr>
          <p:cNvPr id="106" name="Google Shape;106;p21"/>
          <p:cNvPicPr preferRelativeResize="0"/>
          <p:nvPr/>
        </p:nvPicPr>
        <p:blipFill rotWithShape="1">
          <a:blip r:embed="rId2">
            <a:alphaModFix/>
          </a:blip>
          <a:srcRect b="13732" l="0" r="-563" t="43844"/>
          <a:stretch/>
        </p:blipFill>
        <p:spPr>
          <a:xfrm>
            <a:off x="-53437" y="-70462"/>
            <a:ext cx="9250875" cy="3460759"/>
          </a:xfrm>
          <a:prstGeom prst="rect">
            <a:avLst/>
          </a:prstGeom>
          <a:noFill/>
          <a:ln>
            <a:noFill/>
          </a:ln>
        </p:spPr>
      </p:pic>
      <p:sp>
        <p:nvSpPr>
          <p:cNvPr id="107" name="Google Shape;107;p21"/>
          <p:cNvSpPr txBox="1"/>
          <p:nvPr>
            <p:ph type="title"/>
          </p:nvPr>
        </p:nvSpPr>
        <p:spPr>
          <a:xfrm>
            <a:off x="493923" y="976378"/>
            <a:ext cx="8005800" cy="1824300"/>
          </a:xfrm>
          <a:prstGeom prst="rect">
            <a:avLst/>
          </a:prstGeom>
          <a:noFill/>
          <a:ln>
            <a:noFill/>
          </a:ln>
        </p:spPr>
        <p:txBody>
          <a:bodyPr anchorCtr="0" anchor="ctr" bIns="25700" lIns="25700" spcFirstLastPara="1" rIns="25700" wrap="square" tIns="25700">
            <a:normAutofit/>
          </a:bodyPr>
          <a:lstStyle>
            <a:lvl1pPr lvl="0" marR="0" algn="l">
              <a:lnSpc>
                <a:spcPct val="90000"/>
              </a:lnSpc>
              <a:spcBef>
                <a:spcPts val="0"/>
              </a:spcBef>
              <a:spcAft>
                <a:spcPts val="0"/>
              </a:spcAft>
              <a:buClr>
                <a:srgbClr val="FFFFFF"/>
              </a:buClr>
              <a:buSzPts val="27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lgn="l">
              <a:lnSpc>
                <a:spcPct val="100000"/>
              </a:lnSpc>
              <a:spcBef>
                <a:spcPts val="0"/>
              </a:spcBef>
              <a:spcAft>
                <a:spcPts val="0"/>
              </a:spcAft>
              <a:buSzPts val="500"/>
              <a:buFont typeface="Arial"/>
              <a:buNone/>
              <a:defRPr sz="700"/>
            </a:lvl2pPr>
            <a:lvl3pPr lvl="2" algn="l">
              <a:lnSpc>
                <a:spcPct val="100000"/>
              </a:lnSpc>
              <a:spcBef>
                <a:spcPts val="0"/>
              </a:spcBef>
              <a:spcAft>
                <a:spcPts val="0"/>
              </a:spcAft>
              <a:buSzPts val="500"/>
              <a:buFont typeface="Arial"/>
              <a:buNone/>
              <a:defRPr sz="700"/>
            </a:lvl3pPr>
            <a:lvl4pPr lvl="3" algn="l">
              <a:lnSpc>
                <a:spcPct val="100000"/>
              </a:lnSpc>
              <a:spcBef>
                <a:spcPts val="0"/>
              </a:spcBef>
              <a:spcAft>
                <a:spcPts val="0"/>
              </a:spcAft>
              <a:buSzPts val="500"/>
              <a:buFont typeface="Arial"/>
              <a:buNone/>
              <a:defRPr sz="700"/>
            </a:lvl4pPr>
            <a:lvl5pPr lvl="4" algn="l">
              <a:lnSpc>
                <a:spcPct val="100000"/>
              </a:lnSpc>
              <a:spcBef>
                <a:spcPts val="0"/>
              </a:spcBef>
              <a:spcAft>
                <a:spcPts val="0"/>
              </a:spcAft>
              <a:buSzPts val="500"/>
              <a:buFont typeface="Arial"/>
              <a:buNone/>
              <a:defRPr sz="700"/>
            </a:lvl5pPr>
            <a:lvl6pPr lvl="5" algn="l">
              <a:lnSpc>
                <a:spcPct val="100000"/>
              </a:lnSpc>
              <a:spcBef>
                <a:spcPts val="0"/>
              </a:spcBef>
              <a:spcAft>
                <a:spcPts val="0"/>
              </a:spcAft>
              <a:buSzPts val="500"/>
              <a:buFont typeface="Arial"/>
              <a:buNone/>
              <a:defRPr sz="700"/>
            </a:lvl6pPr>
            <a:lvl7pPr lvl="6" algn="l">
              <a:lnSpc>
                <a:spcPct val="100000"/>
              </a:lnSpc>
              <a:spcBef>
                <a:spcPts val="0"/>
              </a:spcBef>
              <a:spcAft>
                <a:spcPts val="0"/>
              </a:spcAft>
              <a:buSzPts val="500"/>
              <a:buFont typeface="Arial"/>
              <a:buNone/>
              <a:defRPr sz="700"/>
            </a:lvl7pPr>
            <a:lvl8pPr lvl="7" algn="l">
              <a:lnSpc>
                <a:spcPct val="100000"/>
              </a:lnSpc>
              <a:spcBef>
                <a:spcPts val="0"/>
              </a:spcBef>
              <a:spcAft>
                <a:spcPts val="0"/>
              </a:spcAft>
              <a:buSzPts val="500"/>
              <a:buFont typeface="Arial"/>
              <a:buNone/>
              <a:defRPr sz="700"/>
            </a:lvl8pPr>
            <a:lvl9pPr lvl="8" algn="l">
              <a:lnSpc>
                <a:spcPct val="100000"/>
              </a:lnSpc>
              <a:spcBef>
                <a:spcPts val="0"/>
              </a:spcBef>
              <a:spcAft>
                <a:spcPts val="0"/>
              </a:spcAft>
              <a:buSzPts val="500"/>
              <a:buFont typeface="Arial"/>
              <a:buNone/>
              <a:defRPr sz="700"/>
            </a:lvl9pPr>
          </a:lstStyle>
          <a:p/>
        </p:txBody>
      </p:sp>
      <p:sp>
        <p:nvSpPr>
          <p:cNvPr id="108" name="Google Shape;108;p21"/>
          <p:cNvSpPr txBox="1"/>
          <p:nvPr>
            <p:ph idx="1" type="subTitle"/>
          </p:nvPr>
        </p:nvSpPr>
        <p:spPr>
          <a:xfrm>
            <a:off x="493926" y="3549825"/>
            <a:ext cx="7661100" cy="9708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a:solidFill>
                  <a:schemeClr val="dk1"/>
                </a:solidFill>
              </a:defRPr>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
        <p:nvSpPr>
          <p:cNvPr id="109" name="Google Shape;109;p21"/>
          <p:cNvSpPr txBox="1"/>
          <p:nvPr>
            <p:ph idx="2" type="subTitle"/>
          </p:nvPr>
        </p:nvSpPr>
        <p:spPr>
          <a:xfrm>
            <a:off x="493923" y="4079316"/>
            <a:ext cx="7327800" cy="29871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sz="1800"/>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image" Target="../media/image6.jpg"/><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Relationship Id="rId14" Type="http://schemas.openxmlformats.org/officeDocument/2006/relationships/slideLayout" Target="../slideLayouts/slideLayout13.xml"/><Relationship Id="rId15" Type="http://schemas.openxmlformats.org/officeDocument/2006/relationships/slideLayout" Target="../slideLayouts/slideLayout14.xml"/><Relationship Id="rId16" Type="http://schemas.openxmlformats.org/officeDocument/2006/relationships/slideLayout" Target="../slideLayouts/slideLayout15.xml"/><Relationship Id="rId17" Type="http://schemas.openxmlformats.org/officeDocument/2006/relationships/slideLayout" Target="../slideLayouts/slideLayout16.xml"/><Relationship Id="rId18" Type="http://schemas.openxmlformats.org/officeDocument/2006/relationships/slideLayout" Target="../slideLayouts/slideLayout17.xml"/><Relationship Id="rId19" Type="http://schemas.openxmlformats.org/officeDocument/2006/relationships/slideLayout" Target="../slideLayouts/slideLayout18.xml"/><Relationship Id="rId20" Type="http://schemas.openxmlformats.org/officeDocument/2006/relationships/slideLayout" Target="../slideLayouts/slideLayout19.xml"/><Relationship Id="rId21" Type="http://schemas.openxmlformats.org/officeDocument/2006/relationships/slideLayout" Target="../slideLayouts/slideLayout20.xml"/><Relationship Id="rId2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 name="Google Shape;7;p1"/>
          <p:cNvSpPr txBox="1"/>
          <p:nvPr>
            <p:ph idx="1" type="body"/>
          </p:nvPr>
        </p:nvSpPr>
        <p:spPr>
          <a:xfrm>
            <a:off x="509577" y="1401113"/>
            <a:ext cx="80058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Clr>
                <a:schemeClr val="dk2"/>
              </a:buClr>
              <a:buSzPts val="2200"/>
              <a:buFont typeface="Roboto"/>
              <a:buNone/>
              <a:defRPr i="0" sz="2200" u="none" cap="none" strike="noStrike">
                <a:solidFill>
                  <a:schemeClr val="dk2"/>
                </a:solidFill>
                <a:latin typeface="Roboto"/>
                <a:ea typeface="Roboto"/>
                <a:cs typeface="Roboto"/>
                <a:sym typeface="Roboto"/>
              </a:defRPr>
            </a:lvl1pPr>
            <a:lvl2pPr indent="-228600" lvl="1" marL="914400" marR="0" algn="l">
              <a:lnSpc>
                <a:spcPct val="90000"/>
              </a:lnSpc>
              <a:spcBef>
                <a:spcPts val="400"/>
              </a:spcBef>
              <a:spcAft>
                <a:spcPts val="0"/>
              </a:spcAft>
              <a:buClr>
                <a:schemeClr val="dk2"/>
              </a:buClr>
              <a:buSzPts val="1800"/>
              <a:buFont typeface="Roboto"/>
              <a:buNone/>
              <a:defRPr i="0" sz="1800" u="none" cap="none" strike="noStrike">
                <a:solidFill>
                  <a:schemeClr val="dk2"/>
                </a:solidFill>
                <a:latin typeface="Roboto"/>
                <a:ea typeface="Roboto"/>
                <a:cs typeface="Roboto"/>
                <a:sym typeface="Roboto"/>
              </a:defRPr>
            </a:lvl2pPr>
            <a:lvl3pPr indent="-228600" lvl="2" marL="1371600" marR="0" algn="l">
              <a:lnSpc>
                <a:spcPct val="90000"/>
              </a:lnSpc>
              <a:spcBef>
                <a:spcPts val="400"/>
              </a:spcBef>
              <a:spcAft>
                <a:spcPts val="0"/>
              </a:spcAft>
              <a:buClr>
                <a:schemeClr val="dk2"/>
              </a:buClr>
              <a:buSzPts val="1500"/>
              <a:buFont typeface="Roboto"/>
              <a:buNone/>
              <a:defRPr i="0" sz="1500" u="none" cap="none" strike="noStrike">
                <a:solidFill>
                  <a:schemeClr val="dk2"/>
                </a:solidFill>
                <a:latin typeface="Roboto"/>
                <a:ea typeface="Roboto"/>
                <a:cs typeface="Roboto"/>
                <a:sym typeface="Roboto"/>
              </a:defRPr>
            </a:lvl3pPr>
            <a:lvl4pPr indent="-228600" lvl="3" marL="1828800" marR="0" algn="l">
              <a:lnSpc>
                <a:spcPct val="90000"/>
              </a:lnSpc>
              <a:spcBef>
                <a:spcPts val="400"/>
              </a:spcBef>
              <a:spcAft>
                <a:spcPts val="0"/>
              </a:spcAft>
              <a:buClr>
                <a:schemeClr val="dk2"/>
              </a:buClr>
              <a:buSzPts val="1300"/>
              <a:buFont typeface="Roboto"/>
              <a:buNone/>
              <a:defRPr i="0" sz="1300" u="none" cap="none" strike="noStrike">
                <a:solidFill>
                  <a:schemeClr val="dk2"/>
                </a:solidFill>
                <a:latin typeface="Roboto"/>
                <a:ea typeface="Roboto"/>
                <a:cs typeface="Roboto"/>
                <a:sym typeface="Roboto"/>
              </a:defRPr>
            </a:lvl4pPr>
            <a:lvl5pPr indent="-228600" lvl="4" marL="2286000" marR="0" algn="l">
              <a:lnSpc>
                <a:spcPct val="90000"/>
              </a:lnSpc>
              <a:spcBef>
                <a:spcPts val="400"/>
              </a:spcBef>
              <a:spcAft>
                <a:spcPts val="0"/>
              </a:spcAft>
              <a:buClr>
                <a:schemeClr val="dk2"/>
              </a:buClr>
              <a:buSzPts val="1100"/>
              <a:buFont typeface="Roboto"/>
              <a:buNone/>
              <a:defRPr i="0" sz="1100" u="none" cap="none" strike="noStrike">
                <a:solidFill>
                  <a:schemeClr val="dk2"/>
                </a:solidFill>
                <a:latin typeface="Roboto"/>
                <a:ea typeface="Roboto"/>
                <a:cs typeface="Roboto"/>
                <a:sym typeface="Roboto"/>
              </a:defRPr>
            </a:lvl5pPr>
            <a:lvl6pPr indent="-285750" lvl="5" marL="2743200" marR="0" algn="l">
              <a:lnSpc>
                <a:spcPct val="90000"/>
              </a:lnSpc>
              <a:spcBef>
                <a:spcPts val="400"/>
              </a:spcBef>
              <a:spcAft>
                <a:spcPts val="0"/>
              </a:spcAft>
              <a:buClr>
                <a:schemeClr val="dk1"/>
              </a:buClr>
              <a:buSzPts val="900"/>
              <a:buFont typeface="Roboto"/>
              <a:buChar char="•"/>
              <a:defRPr i="0" sz="900" u="none" cap="none" strike="noStrike">
                <a:solidFill>
                  <a:schemeClr val="dk1"/>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sz="50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pic>
        <p:nvPicPr>
          <p:cNvPr id="8" name="Google Shape;8;p1"/>
          <p:cNvPicPr preferRelativeResize="0"/>
          <p:nvPr/>
        </p:nvPicPr>
        <p:blipFill rotWithShape="1">
          <a:blip r:embed="rId1">
            <a:alphaModFix/>
          </a:blip>
          <a:srcRect b="0" l="0" r="0" t="35296"/>
          <a:stretch/>
        </p:blipFill>
        <p:spPr>
          <a:xfrm>
            <a:off x="0" y="4794384"/>
            <a:ext cx="9144000" cy="349116"/>
          </a:xfrm>
          <a:prstGeom prst="rect">
            <a:avLst/>
          </a:prstGeom>
          <a:noFill/>
          <a:ln>
            <a:noFill/>
          </a:ln>
        </p:spPr>
      </p:pic>
    </p:spTree>
  </p:cSld>
  <p:clrMap accent1="accent1" accent2="accent2" accent3="accent3" accent4="accent4" accent5="accent5" accent6="accent6" bg1="lt1" bg2="dk2" tx1="dk1" tx2="lt2" folHlink="folHlink" hlink="hlink"/>
  <p:sldLayoutIdLst>
    <p:sldLayoutId id="2147483648" r:id="rId2"/>
    <p:sldLayoutId id="2147483649" r:id="rId3"/>
    <p:sldLayoutId id="2147483650" r:id="rId4"/>
    <p:sldLayoutId id="2147483651" r:id="rId5"/>
    <p:sldLayoutId id="2147483652" r:id="rId6"/>
    <p:sldLayoutId id="2147483653" r:id="rId7"/>
    <p:sldLayoutId id="2147483654" r:id="rId8"/>
    <p:sldLayoutId id="2147483655" r:id="rId9"/>
    <p:sldLayoutId id="2147483656" r:id="rId10"/>
    <p:sldLayoutId id="2147483657" r:id="rId11"/>
    <p:sldLayoutId id="2147483658" r:id="rId12"/>
    <p:sldLayoutId id="2147483659" r:id="rId13"/>
    <p:sldLayoutId id="2147483660" r:id="rId14"/>
    <p:sldLayoutId id="2147483661" r:id="rId15"/>
    <p:sldLayoutId id="2147483662" r:id="rId16"/>
    <p:sldLayoutId id="2147483663" r:id="rId17"/>
    <p:sldLayoutId id="2147483664" r:id="rId18"/>
    <p:sldLayoutId id="2147483665" r:id="rId19"/>
    <p:sldLayoutId id="2147483666" r:id="rId20"/>
    <p:sldLayoutId id="2147483667"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xml"/><Relationship Id="rId3"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xml"/><Relationship Id="rId3" Type="http://schemas.openxmlformats.org/officeDocument/2006/relationships/image" Target="../media/image4.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xml"/><Relationship Id="rId3"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xml"/><Relationship Id="rId3" Type="http://schemas.openxmlformats.org/officeDocument/2006/relationships/image" Target="../media/image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image" Target="../media/image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 Id="rId3" Type="http://schemas.openxmlformats.org/officeDocument/2006/relationships/image" Target="../media/image1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8.xml"/><Relationship Id="rId3" Type="http://schemas.openxmlformats.org/officeDocument/2006/relationships/image" Target="../media/image1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9.xml"/><Relationship Id="rId3"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0.xml"/><Relationship Id="rId3" Type="http://schemas.openxmlformats.org/officeDocument/2006/relationships/image" Target="../media/image1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image" Target="../media/image14.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 Id="rId3"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3.xml"/><Relationship Id="rId3" Type="http://schemas.openxmlformats.org/officeDocument/2006/relationships/image" Target="../media/image1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image" Target="../media/image1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5.xml"/><Relationship Id="rId3" Type="http://schemas.openxmlformats.org/officeDocument/2006/relationships/image" Target="../media/image1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 Id="rId3" Type="http://schemas.openxmlformats.org/officeDocument/2006/relationships/image" Target="../media/image1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7.xml"/><Relationship Id="rId3" Type="http://schemas.openxmlformats.org/officeDocument/2006/relationships/image" Target="../media/image20.jp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 Id="rId3" Type="http://schemas.openxmlformats.org/officeDocument/2006/relationships/image" Target="../media/image2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image" Target="../media/image2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 Id="rId3" Type="http://schemas.openxmlformats.org/officeDocument/2006/relationships/image" Target="../media/image30.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1.xml"/><Relationship Id="rId3" Type="http://schemas.openxmlformats.org/officeDocument/2006/relationships/image" Target="../media/image31.jp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2.xml"/><Relationship Id="rId3" Type="http://schemas.openxmlformats.org/officeDocument/2006/relationships/image" Target="../media/image3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3.xml"/><Relationship Id="rId3" Type="http://schemas.openxmlformats.org/officeDocument/2006/relationships/image" Target="../media/image33.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4.xml"/><Relationship Id="rId3" Type="http://schemas.openxmlformats.org/officeDocument/2006/relationships/image" Target="../media/image34.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35.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5.xml"/><Relationship Id="rId3" Type="http://schemas.openxmlformats.org/officeDocument/2006/relationships/image" Target="../media/image36.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6.xml"/><Relationship Id="rId3" Type="http://schemas.openxmlformats.org/officeDocument/2006/relationships/image" Target="../media/image3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7.xml"/><Relationship Id="rId3" Type="http://schemas.openxmlformats.org/officeDocument/2006/relationships/image" Target="../media/image38.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marL="0" indent="0">
              <a:buNone/>
            </a:pPr>
            <a:r>
              <a:t>CSCI 3495</a:t>
            </a:r>
          </a:p>
          <a:p>
            <a:pPr marL="0" indent="0">
              <a:buNone/>
            </a:pPr>
            <a:r>
              <a:t>Evaluation &amp; Benchmarks</a:t>
            </a:r>
          </a:p>
        </p:txBody>
      </p:sp>
      <p:sp>
        <p:nvSpPr>
          <p:cNvPr id="3" name="Subtitle 2"/>
          <p:cNvSpPr>
            <a:spLocks noGrp="1"/>
          </p:cNvSpPr>
          <p:nvPr>
            <p:ph type="subTitle" idx="1"/>
          </p:nvPr>
        </p:nvSpPr>
        <p:spPr>
          <a:xfrm>
            <a:off x="493926" y="3549825"/>
            <a:ext cx="6080610" cy="970800"/>
          </a:xfrm>
        </p:spPr>
        <p:txBody>
          <a:bodyPr wrap="square"/>
          <a:lstStyle/>
          <a:p>
            <a:pPr marL="0" indent="0">
              <a:buNone/>
            </a:pPr>
            <a:r>
              <a:t>Natural Language Processing &amp; Large Language Models</a:t>
            </a:r>
          </a:p>
          <a:p>
            <a:pPr marL="0" indent="0">
              <a:buNone/>
            </a:pPr>
            <a:r>
              <a:t>Week 9, Class 2</a:t>
            </a:r>
          </a:p>
        </p:txBody>
      </p:sp>
      <p:pic>
        <p:nvPicPr>
          <p:cNvPr id="5" name="Picture 4" descr="Evaluation &amp; Benchmarks"/>
          <p:cNvPicPr>
            <a:picLocks noChangeAspect="1"/>
          </p:cNvPicPr>
          <p:nvPr/>
        </p:nvPicPr>
        <p:blipFill>
          <a:blip r:embed="rId3"/>
          <a:stretch>
            <a:fillRect/>
          </a:stretch>
        </p:blipFill>
        <p:spPr>
          <a:xfrm>
            <a:off x="6803136" y="3474720"/>
            <a:ext cx="1975104" cy="1481328"/>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777777"/>
                </a:solidFill>
              </a:defRPr>
            </a:pPr>
            <a:r>
              <a:t>Source: Onderwijsgek, Wikimedia Commons, CC BY-SA 2.5 NL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Today's roadmap</a:t>
            </a:r>
          </a:p>
        </p:txBody>
      </p:sp>
      <p:pic>
        <p:nvPicPr>
          <p:cNvPr id="5" name="Picture 4" descr="Today's roadmap"/>
          <p:cNvPicPr>
            <a:picLocks noChangeAspect="1"/>
          </p:cNvPicPr>
          <p:nvPr/>
        </p:nvPicPr>
        <p:blipFill>
          <a:blip r:embed="rId3"/>
          <a:stretch>
            <a:fillRect/>
          </a:stretch>
        </p:blipFill>
        <p:spPr>
          <a:xfrm>
            <a:off x="686639" y="1078992"/>
            <a:ext cx="7770722"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photos: Unsplash; MMLU items: Hendrycks et al. 2021 (arXiv:2009.03300), Figs. 3-4; other tiles: course figures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How do you grade a machine?</a:t>
            </a:r>
          </a:p>
        </p:txBody>
      </p:sp>
      <p:pic>
        <p:nvPicPr>
          <p:cNvPr id="5" name="Picture 4" descr="How do you grade a machine?"/>
          <p:cNvPicPr>
            <a:picLocks noChangeAspect="1"/>
          </p:cNvPicPr>
          <p:nvPr/>
        </p:nvPicPr>
        <p:blipFill>
          <a:blip r:embed="rId3"/>
          <a:stretch>
            <a:fillRect/>
          </a:stretch>
        </p:blipFill>
        <p:spPr>
          <a:xfrm>
            <a:off x="1881076" y="1078992"/>
            <a:ext cx="5381848"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Unsplash License, https://images.unsplash.com/photo-1434030216411-0b793f4b4173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Why is evaluating LLMs hard?</a:t>
            </a:r>
          </a:p>
        </p:txBody>
      </p:sp>
      <p:pic>
        <p:nvPicPr>
          <p:cNvPr id="5" name="Picture 4" descr="Why is evaluating LLMs hard?"/>
          <p:cNvPicPr>
            <a:picLocks noChangeAspect="1"/>
          </p:cNvPicPr>
          <p:nvPr/>
        </p:nvPicPr>
        <p:blipFill>
          <a:blip r:embed="rId3"/>
          <a:stretch>
            <a:fillRect/>
          </a:stretch>
        </p:blipFill>
        <p:spPr>
          <a:xfrm>
            <a:off x="274320" y="1143504"/>
            <a:ext cx="8595360" cy="3459996"/>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What is a benchmark?</a:t>
            </a:r>
          </a:p>
        </p:txBody>
      </p:sp>
      <p:pic>
        <p:nvPicPr>
          <p:cNvPr id="5" name="Picture 4" descr="What is a benchmark?"/>
          <p:cNvPicPr>
            <a:picLocks noChangeAspect="1"/>
          </p:cNvPicPr>
          <p:nvPr/>
        </p:nvPicPr>
        <p:blipFill>
          <a:blip r:embed="rId3"/>
          <a:stretch>
            <a:fillRect/>
          </a:stretch>
        </p:blipFill>
        <p:spPr>
          <a:xfrm>
            <a:off x="693755" y="1078992"/>
            <a:ext cx="775649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Three landmark benchmarks</a:t>
            </a:r>
          </a:p>
        </p:txBody>
      </p:sp>
      <p:pic>
        <p:nvPicPr>
          <p:cNvPr id="5" name="Picture 4" descr="Three landmark benchmarks"/>
          <p:cNvPicPr>
            <a:picLocks noChangeAspect="1"/>
          </p:cNvPicPr>
          <p:nvPr/>
        </p:nvPicPr>
        <p:blipFill>
          <a:blip r:embed="rId3"/>
          <a:stretch>
            <a:fillRect/>
          </a:stretch>
        </p:blipFill>
        <p:spPr>
          <a:xfrm>
            <a:off x="274320" y="1103441"/>
            <a:ext cx="8595360" cy="3540122"/>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GLUE 1804.07461; MMLU 2009.03300; HELM 2211.09110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GLUE</a:t>
            </a:r>
          </a:p>
        </p:txBody>
      </p:sp>
      <p:pic>
        <p:nvPicPr>
          <p:cNvPr id="5" name="Picture 4" descr="GLUE"/>
          <p:cNvPicPr>
            <a:picLocks noChangeAspect="1"/>
          </p:cNvPicPr>
          <p:nvPr/>
        </p:nvPicPr>
        <p:blipFill>
          <a:blip r:embed="rId3"/>
          <a:stretch>
            <a:fillRect/>
          </a:stretch>
        </p:blipFill>
        <p:spPr>
          <a:xfrm>
            <a:off x="1908129" y="1078992"/>
            <a:ext cx="5327742" cy="3589019"/>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Wang et al. 2018 (arXiv:1804.07461), Table 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MMLU</a:t>
            </a:r>
          </a:p>
        </p:txBody>
      </p:sp>
      <p:pic>
        <p:nvPicPr>
          <p:cNvPr id="5" name="Picture 4" descr="MMLU"/>
          <p:cNvPicPr>
            <a:picLocks noChangeAspect="1"/>
          </p:cNvPicPr>
          <p:nvPr/>
        </p:nvPicPr>
        <p:blipFill>
          <a:blip r:embed="rId3"/>
          <a:stretch>
            <a:fillRect/>
          </a:stretch>
        </p:blipFill>
        <p:spPr>
          <a:xfrm>
            <a:off x="1769302" y="1078992"/>
            <a:ext cx="5605396" cy="3589019"/>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Hendrycks et al. 2021 (arXiv:2009.03300), Figs. 3-4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HELM</a:t>
            </a:r>
          </a:p>
        </p:txBody>
      </p:sp>
      <p:pic>
        <p:nvPicPr>
          <p:cNvPr id="5" name="Picture 4" descr="HELM"/>
          <p:cNvPicPr>
            <a:picLocks noChangeAspect="1"/>
          </p:cNvPicPr>
          <p:nvPr/>
        </p:nvPicPr>
        <p:blipFill>
          <a:blip r:embed="rId3"/>
          <a:stretch>
            <a:fillRect/>
          </a:stretch>
        </p:blipFill>
        <p:spPr>
          <a:xfrm>
            <a:off x="274320" y="1580556"/>
            <a:ext cx="8595360" cy="2585892"/>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Liang et al., 2022, arxiv.org/abs/2211.09110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Metrics matter as much as data</a:t>
            </a:r>
          </a:p>
        </p:txBody>
      </p:sp>
      <p:pic>
        <p:nvPicPr>
          <p:cNvPr id="5" name="Picture 4" descr="Metrics matter as much as data"/>
          <p:cNvPicPr>
            <a:picLocks noChangeAspect="1"/>
          </p:cNvPicPr>
          <p:nvPr/>
        </p:nvPicPr>
        <p:blipFill>
          <a:blip r:embed="rId3"/>
          <a:stretch>
            <a:fillRect/>
          </a:stretch>
        </p:blipFill>
        <p:spPr>
          <a:xfrm>
            <a:off x="721960" y="1078992"/>
            <a:ext cx="7700079" cy="3589019"/>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5" name="Picture 4" descr="Not necessarily. Contamination, narrow metrics, and overfitting can fake a high score."/>
          <p:cNvPicPr>
            <a:picLocks noChangeAspect="1"/>
          </p:cNvPicPr>
          <p:nvPr/>
        </p:nvPicPr>
        <p:blipFill>
          <a:blip r:embed="rId3"/>
          <a:stretch>
            <a:fillRect/>
          </a:stretch>
        </p:blipFill>
        <p:spPr>
          <a:xfrm>
            <a:off x="0" y="-468630"/>
            <a:ext cx="9144000" cy="6080760"/>
          </a:xfrm>
          <a:prstGeom prst="rect">
            <a:avLst/>
          </a:prstGeom>
        </p:spPr>
      </p:pic>
      <p:sp>
        <p:nvSpPr>
          <p:cNvPr id="6" name="Rectangle 5"/>
          <p:cNvSpPr/>
          <p:nvPr/>
        </p:nvSpPr>
        <p:spPr>
          <a:xfrm>
            <a:off x="0" y="1143000"/>
            <a:ext cx="9144000" cy="2834640"/>
          </a:xfrm>
          <a:prstGeom prst="rect">
            <a:avLst/>
          </a:prstGeom>
          <a:solidFill>
            <a:srgbClr val="10101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234440"/>
            <a:ext cx="7863840" cy="1874519"/>
          </a:xfrm>
          <a:prstGeom prst="rect">
            <a:avLst/>
          </a:prstGeom>
          <a:noFill/>
        </p:spPr>
        <p:txBody>
          <a:bodyPr wrap="square" anchor="ctr">
            <a:spAutoFit/>
          </a:bodyPr>
          <a:lstStyle/>
          <a:p>
            <a:pPr algn="ctr" marL="0" indent="0">
              <a:buNone/>
            </a:pPr>
            <a:r>
              <a:rPr sz="3400" b="1">
                <a:solidFill>
                  <a:srgbClr val="FFFFFF"/>
                </a:solidFill>
              </a:rPr>
              <a:t>If a model tops every leaderboard, is it actually good?</a:t>
            </a:r>
          </a:p>
        </p:txBody>
      </p:sp>
      <p:sp>
        <p:nvSpPr>
          <p:cNvPr id="8" name="TextBox 7"/>
          <p:cNvSpPr txBox="1"/>
          <p:nvPr/>
        </p:nvSpPr>
        <p:spPr>
          <a:xfrm>
            <a:off x="640080" y="3108959"/>
            <a:ext cx="7863840" cy="777240"/>
          </a:xfrm>
          <a:prstGeom prst="rect">
            <a:avLst/>
          </a:prstGeom>
          <a:noFill/>
        </p:spPr>
        <p:txBody>
          <a:bodyPr wrap="square" anchor="t">
            <a:spAutoFit/>
          </a:bodyPr>
          <a:lstStyle/>
          <a:p>
            <a:pPr algn="ctr" marL="0" indent="0">
              <a:buNone/>
            </a:pPr>
            <a:r>
              <a:rPr sz="2000">
                <a:solidFill>
                  <a:srgbClr val="FFFFFF"/>
                </a:solidFill>
              </a:rPr>
              <a:t>Not necessarily. Contamination, narrow metrics, and overfitting can fake a high score.</a:t>
            </a:r>
          </a:p>
        </p:txBody>
      </p:sp>
      <p:sp>
        <p:nvSpPr>
          <p:cNvPr id="9" name="TextBox 8"/>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Unsplash License, https://images.unsplash.com/photo-1453928582365-b6ad33cbcf64</a:t>
            </a:r>
          </a:p>
        </p:txBody>
      </p:sp>
    </p:spTree>
  </p:cSld>
  <p:clrMapOvr>
    <a:masterClrMapping/>
  </p:clrMapOvr>
  <p:timing>
    <p:tnLst>
      <p:par>
        <p:cTn id="1" dur="indefinite" restart="never" nodeType="tmRoot">
          <p:childTnLst>
            <p:seq concurrent="1" nextAc="seek">
              <p:cTn id="2"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8"/>
                                        </p:tgtEl>
                                        <p:attrNameLst>
                                          <p:attrName>style.visibility</p:attrName>
                                        </p:attrNameLst>
                                      </p:cBhvr>
                                      <p:to>
                                        <p:strVal val="visible"/>
                                      </p:to>
                                    </p:set>
                                    <p:animEffect transition="in" filter="fade">
                                      <p:cBhvr>
                                        <p:cTn id="8"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Hallucination</a:t>
            </a:r>
          </a:p>
        </p:txBody>
      </p:sp>
      <p:pic>
        <p:nvPicPr>
          <p:cNvPr id="5" name="Picture 4" descr="Hallucination"/>
          <p:cNvPicPr>
            <a:picLocks noChangeAspect="1"/>
          </p:cNvPicPr>
          <p:nvPr/>
        </p:nvPicPr>
        <p:blipFill>
          <a:blip r:embed="rId3"/>
          <a:stretch>
            <a:fillRect/>
          </a:stretch>
        </p:blipFill>
        <p:spPr>
          <a:xfrm>
            <a:off x="711301" y="1078992"/>
            <a:ext cx="7721397"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example matches the exercise dataset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Why models hallucinate</a:t>
            </a:r>
          </a:p>
        </p:txBody>
      </p:sp>
      <p:pic>
        <p:nvPicPr>
          <p:cNvPr id="5" name="Picture 4" descr="Why models hallucinate"/>
          <p:cNvPicPr>
            <a:picLocks noChangeAspect="1"/>
          </p:cNvPicPr>
          <p:nvPr/>
        </p:nvPicPr>
        <p:blipFill>
          <a:blip r:embed="rId3"/>
          <a:stretch>
            <a:fillRect/>
          </a:stretch>
        </p:blipFill>
        <p:spPr>
          <a:xfrm>
            <a:off x="515445" y="1078992"/>
            <a:ext cx="811311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Two kinds of hallucination</a:t>
            </a:r>
          </a:p>
        </p:txBody>
      </p:sp>
      <p:pic>
        <p:nvPicPr>
          <p:cNvPr id="5" name="Picture 4" descr="Two kinds of hallucination"/>
          <p:cNvPicPr>
            <a:picLocks noChangeAspect="1"/>
          </p:cNvPicPr>
          <p:nvPr/>
        </p:nvPicPr>
        <p:blipFill>
          <a:blip r:embed="rId3"/>
          <a:stretch>
            <a:fillRect/>
          </a:stretch>
        </p:blipFill>
        <p:spPr>
          <a:xfrm>
            <a:off x="274320" y="1291956"/>
            <a:ext cx="8595360" cy="3163092"/>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intrinsic vs extrinsic framing, Ji et al. 2023 survey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Faithfulness vs factuality</a:t>
            </a:r>
          </a:p>
        </p:txBody>
      </p:sp>
      <p:pic>
        <p:nvPicPr>
          <p:cNvPr id="5" name="Picture 4" descr="Faithfulness vs factuality"/>
          <p:cNvPicPr>
            <a:picLocks noChangeAspect="1"/>
          </p:cNvPicPr>
          <p:nvPr/>
        </p:nvPicPr>
        <p:blipFill>
          <a:blip r:embed="rId3"/>
          <a:stretch>
            <a:fillRect/>
          </a:stretch>
        </p:blipFill>
        <p:spPr>
          <a:xfrm>
            <a:off x="530928" y="1078992"/>
            <a:ext cx="8082144"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Abstention: saying "I don't know"</a:t>
            </a:r>
          </a:p>
        </p:txBody>
      </p:sp>
      <p:pic>
        <p:nvPicPr>
          <p:cNvPr id="5" name="Picture 4" descr="Abstention: saying &quot;I don't know&quot;"/>
          <p:cNvPicPr>
            <a:picLocks noChangeAspect="1"/>
          </p:cNvPicPr>
          <p:nvPr/>
        </p:nvPicPr>
        <p:blipFill>
          <a:blip r:embed="rId3"/>
          <a:stretch>
            <a:fillRect/>
          </a:stretch>
        </p:blipFill>
        <p:spPr>
          <a:xfrm>
            <a:off x="387174" y="1078992"/>
            <a:ext cx="8369651"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5" name="Picture 4" descr="If the cost of a wrong answer is high, &quot;I don't know&quot; is the right answer."/>
          <p:cNvPicPr>
            <a:picLocks noChangeAspect="1"/>
          </p:cNvPicPr>
          <p:nvPr/>
        </p:nvPicPr>
        <p:blipFill>
          <a:blip r:embed="rId3"/>
          <a:stretch>
            <a:fillRect/>
          </a:stretch>
        </p:blipFill>
        <p:spPr>
          <a:xfrm>
            <a:off x="0" y="-480060"/>
            <a:ext cx="9144000" cy="6103620"/>
          </a:xfrm>
          <a:prstGeom prst="rect">
            <a:avLst/>
          </a:prstGeom>
        </p:spPr>
      </p:pic>
      <p:sp>
        <p:nvSpPr>
          <p:cNvPr id="6" name="Rectangle 5"/>
          <p:cNvSpPr/>
          <p:nvPr/>
        </p:nvSpPr>
        <p:spPr>
          <a:xfrm>
            <a:off x="0" y="1143000"/>
            <a:ext cx="9144000" cy="2834640"/>
          </a:xfrm>
          <a:prstGeom prst="rect">
            <a:avLst/>
          </a:prstGeom>
          <a:solidFill>
            <a:srgbClr val="10101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234440"/>
            <a:ext cx="7863840" cy="1874519"/>
          </a:xfrm>
          <a:prstGeom prst="rect">
            <a:avLst/>
          </a:prstGeom>
          <a:noFill/>
        </p:spPr>
        <p:txBody>
          <a:bodyPr wrap="square" anchor="ctr">
            <a:spAutoFit/>
          </a:bodyPr>
          <a:lstStyle/>
          <a:p>
            <a:pPr algn="ctr" marL="0" indent="0">
              <a:buNone/>
            </a:pPr>
            <a:r>
              <a:rPr sz="4000" b="1">
                <a:solidFill>
                  <a:srgbClr val="FFFFFF"/>
                </a:solidFill>
              </a:rPr>
              <a:t>Would you bet your job on this answer?</a:t>
            </a:r>
          </a:p>
        </p:txBody>
      </p:sp>
      <p:sp>
        <p:nvSpPr>
          <p:cNvPr id="8" name="TextBox 7"/>
          <p:cNvSpPr txBox="1"/>
          <p:nvPr/>
        </p:nvSpPr>
        <p:spPr>
          <a:xfrm>
            <a:off x="640080" y="3108959"/>
            <a:ext cx="7863840" cy="777240"/>
          </a:xfrm>
          <a:prstGeom prst="rect">
            <a:avLst/>
          </a:prstGeom>
          <a:noFill/>
        </p:spPr>
        <p:txBody>
          <a:bodyPr wrap="square" anchor="t">
            <a:spAutoFit/>
          </a:bodyPr>
          <a:lstStyle/>
          <a:p>
            <a:pPr algn="ctr" marL="0" indent="0">
              <a:buNone/>
            </a:pPr>
            <a:r>
              <a:rPr sz="2000">
                <a:solidFill>
                  <a:srgbClr val="FFFFFF"/>
                </a:solidFill>
              </a:rPr>
              <a:t>If the cost of a wrong answer is high, "I don't know" is the right answer.</a:t>
            </a:r>
          </a:p>
        </p:txBody>
      </p:sp>
      <p:sp>
        <p:nvSpPr>
          <p:cNvPr id="9" name="TextBox 8"/>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Unsplash License, https://images.unsplash.com/photo-1454165804606-c3d57bc86b40</a:t>
            </a:r>
          </a:p>
        </p:txBody>
      </p:sp>
    </p:spTree>
  </p:cSld>
  <p:clrMapOvr>
    <a:masterClrMapping/>
  </p:clrMapOvr>
  <p:timing>
    <p:tnLst>
      <p:par>
        <p:cTn id="1" dur="indefinite" restart="never" nodeType="tmRoot">
          <p:childTnLst>
            <p:seq concurrent="1" nextAc="seek">
              <p:cTn id="2"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8"/>
                                        </p:tgtEl>
                                        <p:attrNameLst>
                                          <p:attrName>style.visibility</p:attrName>
                                        </p:attrNameLst>
                                      </p:cBhvr>
                                      <p:to>
                                        <p:strVal val="visible"/>
                                      </p:to>
                                    </p:set>
                                    <p:animEffect transition="in" filter="fade">
                                      <p:cBhvr>
                                        <p:cTn id="8"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How do we measure factuality?</a:t>
            </a:r>
          </a:p>
        </p:txBody>
      </p:sp>
      <p:pic>
        <p:nvPicPr>
          <p:cNvPr id="5" name="Picture 4" descr="How do we measure factuality?"/>
          <p:cNvPicPr>
            <a:picLocks noChangeAspect="1"/>
          </p:cNvPicPr>
          <p:nvPr/>
        </p:nvPicPr>
        <p:blipFill>
          <a:blip r:embed="rId3"/>
          <a:stretch>
            <a:fillRect/>
          </a:stretch>
        </p:blipFill>
        <p:spPr>
          <a:xfrm>
            <a:off x="561542" y="1078992"/>
            <a:ext cx="8020915"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What if the test set was already in the training data?</a:t>
            </a:r>
          </a:p>
        </p:txBody>
      </p:sp>
      <p:pic>
        <p:nvPicPr>
          <p:cNvPr id="5" name="Picture 4" descr="What if the test set was already in the training data?"/>
          <p:cNvPicPr>
            <a:picLocks noChangeAspect="1"/>
          </p:cNvPicPr>
          <p:nvPr/>
        </p:nvPicPr>
        <p:blipFill>
          <a:blip r:embed="rId3"/>
          <a:stretch>
            <a:fillRect/>
          </a:stretch>
        </p:blipFill>
        <p:spPr>
          <a:xfrm>
            <a:off x="274320" y="1139862"/>
            <a:ext cx="8595360" cy="346728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Evaluating responsibly</a:t>
            </a:r>
          </a:p>
        </p:txBody>
      </p:sp>
      <p:pic>
        <p:nvPicPr>
          <p:cNvPr id="5" name="Picture 4" descr="Evaluating responsibly"/>
          <p:cNvPicPr>
            <a:picLocks noChangeAspect="1"/>
          </p:cNvPicPr>
          <p:nvPr/>
        </p:nvPicPr>
        <p:blipFill>
          <a:blip r:embed="rId3"/>
          <a:stretch>
            <a:fillRect/>
          </a:stretch>
        </p:blipFill>
        <p:spPr>
          <a:xfrm>
            <a:off x="274320" y="1300244"/>
            <a:ext cx="8595360" cy="3146515"/>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5" name="Picture 4" descr="We do it all the time now. The question is whether to trust the verdict."/>
          <p:cNvPicPr>
            <a:picLocks noChangeAspect="1"/>
          </p:cNvPicPr>
          <p:nvPr/>
        </p:nvPicPr>
        <p:blipFill>
          <a:blip r:embed="rId3"/>
          <a:stretch>
            <a:fillRect/>
          </a:stretch>
        </p:blipFill>
        <p:spPr>
          <a:xfrm>
            <a:off x="0" y="-477203"/>
            <a:ext cx="9144000" cy="6097905"/>
          </a:xfrm>
          <a:prstGeom prst="rect">
            <a:avLst/>
          </a:prstGeom>
        </p:spPr>
      </p:pic>
      <p:sp>
        <p:nvSpPr>
          <p:cNvPr id="6" name="Rectangle 5"/>
          <p:cNvSpPr/>
          <p:nvPr/>
        </p:nvSpPr>
        <p:spPr>
          <a:xfrm>
            <a:off x="0" y="1143000"/>
            <a:ext cx="9144000" cy="2834640"/>
          </a:xfrm>
          <a:prstGeom prst="rect">
            <a:avLst/>
          </a:prstGeom>
          <a:solidFill>
            <a:srgbClr val="10101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234440"/>
            <a:ext cx="7863840" cy="1874519"/>
          </a:xfrm>
          <a:prstGeom prst="rect">
            <a:avLst/>
          </a:prstGeom>
          <a:noFill/>
        </p:spPr>
        <p:txBody>
          <a:bodyPr wrap="square" anchor="ctr">
            <a:spAutoFit/>
          </a:bodyPr>
          <a:lstStyle/>
          <a:p>
            <a:pPr algn="ctr" marL="0" indent="0">
              <a:buNone/>
            </a:pPr>
            <a:r>
              <a:rPr sz="4000" b="1">
                <a:solidFill>
                  <a:srgbClr val="FFFFFF"/>
                </a:solidFill>
              </a:rPr>
              <a:t>Should a robot grade a robot?</a:t>
            </a:r>
          </a:p>
        </p:txBody>
      </p:sp>
      <p:sp>
        <p:nvSpPr>
          <p:cNvPr id="8" name="TextBox 7"/>
          <p:cNvSpPr txBox="1"/>
          <p:nvPr/>
        </p:nvSpPr>
        <p:spPr>
          <a:xfrm>
            <a:off x="640080" y="3108959"/>
            <a:ext cx="7863840" cy="777240"/>
          </a:xfrm>
          <a:prstGeom prst="rect">
            <a:avLst/>
          </a:prstGeom>
          <a:noFill/>
        </p:spPr>
        <p:txBody>
          <a:bodyPr wrap="square" anchor="t">
            <a:spAutoFit/>
          </a:bodyPr>
          <a:lstStyle/>
          <a:p>
            <a:pPr algn="ctr" marL="0" indent="0">
              <a:buNone/>
            </a:pPr>
            <a:r>
              <a:rPr sz="2000">
                <a:solidFill>
                  <a:srgbClr val="FFFFFF"/>
                </a:solidFill>
              </a:rPr>
              <a:t>We do it all the time now. The question is whether to trust the verdict.</a:t>
            </a:r>
          </a:p>
        </p:txBody>
      </p:sp>
      <p:sp>
        <p:nvSpPr>
          <p:cNvPr id="9" name="TextBox 8"/>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Unsplash License, https://images.unsplash.com/photo-1589829545856-d10d557cf95f</a:t>
            </a:r>
          </a:p>
        </p:txBody>
      </p:sp>
    </p:spTree>
  </p:cSld>
  <p:clrMapOvr>
    <a:masterClrMapping/>
  </p:clrMapOvr>
  <p:timing>
    <p:tnLst>
      <p:par>
        <p:cTn id="1" dur="indefinite" restart="never" nodeType="tmRoot">
          <p:childTnLst>
            <p:seq concurrent="1" nextAc="seek">
              <p:cTn id="2"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8"/>
                                        </p:tgtEl>
                                        <p:attrNameLst>
                                          <p:attrName>style.visibility</p:attrName>
                                        </p:attrNameLst>
                                      </p:cBhvr>
                                      <p:to>
                                        <p:strVal val="visible"/>
                                      </p:to>
                                    </p:set>
                                    <p:animEffect transition="in" filter="fade">
                                      <p:cBhvr>
                                        <p:cTn id="8"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LLM-as-a-judge</a:t>
            </a:r>
          </a:p>
        </p:txBody>
      </p:sp>
      <p:pic>
        <p:nvPicPr>
          <p:cNvPr id="5" name="Picture 4" descr="LLM-as-a-judge"/>
          <p:cNvPicPr>
            <a:picLocks noChangeAspect="1"/>
          </p:cNvPicPr>
          <p:nvPr/>
        </p:nvPicPr>
        <p:blipFill>
          <a:blip r:embed="rId3"/>
          <a:stretch>
            <a:fillRect/>
          </a:stretch>
        </p:blipFill>
        <p:spPr>
          <a:xfrm>
            <a:off x="621400" y="1078992"/>
            <a:ext cx="790120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Zheng et al., 2023, arxiv.org/abs/2306.05685</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judge has biases</a:t>
            </a:r>
          </a:p>
        </p:txBody>
      </p:sp>
      <p:pic>
        <p:nvPicPr>
          <p:cNvPr id="5" name="Picture 4" descr="The judge has biases"/>
          <p:cNvPicPr>
            <a:picLocks noChangeAspect="1"/>
          </p:cNvPicPr>
          <p:nvPr/>
        </p:nvPicPr>
        <p:blipFill>
          <a:blip r:embed="rId3"/>
          <a:stretch>
            <a:fillRect/>
          </a:stretch>
        </p:blipFill>
        <p:spPr>
          <a:xfrm>
            <a:off x="468276" y="1078992"/>
            <a:ext cx="8207448"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Zheng et al., 2023, arxiv.org/abs/2306.05685</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Quiz 9</a:t>
            </a:r>
          </a:p>
        </p:txBody>
      </p:sp>
      <p:pic>
        <p:nvPicPr>
          <p:cNvPr id="5" name="Picture 4" descr="Quiz 9"/>
          <p:cNvPicPr>
            <a:picLocks noChangeAspect="1"/>
          </p:cNvPicPr>
          <p:nvPr/>
        </p:nvPicPr>
        <p:blipFill>
          <a:blip r:embed="rId3"/>
          <a:stretch>
            <a:fillRect/>
          </a:stretch>
        </p:blipFill>
        <p:spPr>
          <a:xfrm>
            <a:off x="1282065" y="1078992"/>
            <a:ext cx="657987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Break</a:t>
            </a:r>
          </a:p>
        </p:txBody>
      </p:sp>
      <p:pic>
        <p:nvPicPr>
          <p:cNvPr id="5" name="Picture 4" descr="Five minutes: stretch, refill water, compare notes. Then design a benchmark, then break it."/>
          <p:cNvPicPr>
            <a:picLocks noChangeAspect="1"/>
          </p:cNvPicPr>
          <p:nvPr/>
        </p:nvPicPr>
        <p:blipFill>
          <a:blip r:embed="rId2"/>
          <a:stretch>
            <a:fillRect/>
          </a:stretch>
        </p:blipFill>
        <p:spPr>
          <a:xfrm>
            <a:off x="274320" y="1280312"/>
            <a:ext cx="8595360" cy="318638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Build the evaluation harness</a:t>
            </a:r>
          </a:p>
        </p:txBody>
      </p:sp>
      <p:pic>
        <p:nvPicPr>
          <p:cNvPr id="5" name="Picture 4" descr="Build the evaluation harness"/>
          <p:cNvPicPr>
            <a:picLocks noChangeAspect="1"/>
          </p:cNvPicPr>
          <p:nvPr/>
        </p:nvPicPr>
        <p:blipFill>
          <a:blip r:embed="rId3"/>
          <a:stretch>
            <a:fillRect/>
          </a:stretch>
        </p:blipFill>
        <p:spPr>
          <a:xfrm>
            <a:off x="274320" y="1681873"/>
            <a:ext cx="8595360" cy="2383258"/>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weeks/week-09/class-02/exercise/README.md</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punchline: catch a biased judge</a:t>
            </a:r>
          </a:p>
        </p:txBody>
      </p:sp>
      <p:pic>
        <p:nvPicPr>
          <p:cNvPr id="5" name="Picture 4" descr="The punchline: catch a biased judge"/>
          <p:cNvPicPr>
            <a:picLocks noChangeAspect="1"/>
          </p:cNvPicPr>
          <p:nvPr/>
        </p:nvPicPr>
        <p:blipFill>
          <a:blip r:embed="rId3"/>
          <a:stretch>
            <a:fillRect/>
          </a:stretch>
        </p:blipFill>
        <p:spPr>
          <a:xfrm>
            <a:off x="491997" y="1078992"/>
            <a:ext cx="8160006"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swap test, Zheng et al. 2023</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Recap</a:t>
            </a:r>
          </a:p>
        </p:txBody>
      </p:sp>
      <p:pic>
        <p:nvPicPr>
          <p:cNvPr id="5" name="Picture 4" descr="Recap"/>
          <p:cNvPicPr>
            <a:picLocks noChangeAspect="1"/>
          </p:cNvPicPr>
          <p:nvPr/>
        </p:nvPicPr>
        <p:blipFill>
          <a:blip r:embed="rId3"/>
          <a:stretch>
            <a:fillRect/>
          </a:stretch>
        </p:blipFill>
        <p:spPr>
          <a:xfrm>
            <a:off x="661784" y="1078992"/>
            <a:ext cx="7820432"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theme/theme1.xml><?xml version="1.0" encoding="utf-8"?>
<a:theme xmlns:a="http://schemas.openxmlformats.org/drawingml/2006/main" xmlns:r="http://schemas.openxmlformats.org/officeDocument/2006/relationships" name="Custom Theme">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
      <a:dk1>
        <a:srgbClr val="434343"/>
      </a:dk1>
      <a:lt1>
        <a:srgbClr val="FFFFFF"/>
      </a:lt1>
      <a:dk2>
        <a:srgbClr val="818387"/>
      </a:dk2>
      <a:lt2>
        <a:srgbClr val="F6F7FA"/>
      </a:lt2>
      <a:accent1>
        <a:srgbClr val="723130"/>
      </a:accent1>
      <a:accent2>
        <a:srgbClr val="818387"/>
      </a:accent2>
      <a:accent3>
        <a:srgbClr val="FFB600"/>
      </a:accent3>
      <a:accent4>
        <a:srgbClr val="738D33"/>
      </a:accent4>
      <a:accent5>
        <a:srgbClr val="625578"/>
      </a:accent5>
      <a:accent6>
        <a:srgbClr val="498DA0"/>
      </a:accent6>
      <a:hlink>
        <a:srgbClr val="B1B4B5"/>
      </a:hlink>
      <a:folHlink>
        <a:srgbClr val="B0B1B3"/>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