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9. Now we hold it constant while we vary the prompt.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13). Prompt text alone is never a security boundary.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W13C1.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quizzed in Class 2. Optional papers are enrichment, never quizzed.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12, Class 1  ·  Mon Nov 9, 2026</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274320" y="1281058"/>
            <a:ext cx="8595360" cy="318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