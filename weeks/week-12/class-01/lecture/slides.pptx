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Take a breath. You have met every idea on this exam at least twice, and your note sheet is on the desk.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Parts A (prompt experiments) and B (RAG) both due at the start of class, before the exam begins. Both parts come in now, before the exam begins.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100 points, about 70 minutes, one handwritten note sheet. Budget roughly 40 seconds per point and bank time on the cheap parts.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exception to the silence: raise your hand and I will come to you.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Injection CTF is optional and ungraded; its attack and defend ideas return in Week 12's Break-the-Agent.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Read Lewis 2020 and SLP3 chapter 11 before Wednesday. Quiz 11 runs right before the break and then the RAG lab takes the rest of the period.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Midterm Exam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080610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12, Class 1  ·  Wed Nov 11, 2026</a:t>
            </a:r>
          </a:p>
        </p:txBody>
      </p:sp>
      <p:pic>
        <p:nvPicPr>
          <p:cNvPr id="5" name="Picture 4" descr="Midterm Ex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3474720"/>
            <a:ext cx="1975104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Tony Webster, Wikimedia Commons, CC BY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HW5 due today</a:t>
            </a:r>
          </a:p>
        </p:txBody>
      </p:sp>
      <p:pic>
        <p:nvPicPr>
          <p:cNvPr id="5" name="Picture 4" descr="HW5 due toda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09252"/>
            <a:ext cx="8595360" cy="33284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midterm: 100 points, about 70 minutes</a:t>
            </a:r>
          </a:p>
        </p:txBody>
      </p:sp>
      <p:pic>
        <p:nvPicPr>
          <p:cNvPr id="5" name="Picture 4" descr="The midterm: 100 points, about 70 minut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756" y="1078992"/>
            <a:ext cx="788648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Ground rules</a:t>
            </a:r>
          </a:p>
        </p:txBody>
      </p:sp>
      <p:pic>
        <p:nvPicPr>
          <p:cNvPr id="5" name="Picture 4" descr="Ground rul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015" y="1078992"/>
            <a:ext cx="762397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When you finish</a:t>
            </a:r>
          </a:p>
        </p:txBody>
      </p:sp>
      <p:pic>
        <p:nvPicPr>
          <p:cNvPr id="5" name="Picture 4" descr="When you finis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978" y="1078992"/>
            <a:ext cx="776004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weeks/week-12/class-01/exercise/ctf.py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7C2529"/>
                </a:solidFill>
              </a:rPr>
              <a:t>Next class: RAG, we give the model an open book.</a:t>
            </a:r>
          </a:p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Required reading: Lewis et al. 2020 (RAG, arXiv:2005.11401) plus J&amp;M SLP3 Ch. 11. Quiz 11 runs right before the break, then the RAG lab.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arXiv:2005.11401; web.stanford.edu/~jurafsky/slp3/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