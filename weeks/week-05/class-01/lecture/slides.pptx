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picture, not the topic. It is ten past midnight, you are hungry, and that is everything in the cupboard. What can you cook? Notice what kind of question that is: not "where is this word", which is what Ctrl+F answers, but "which of these hundred things is most like what I have", which it cannot. We spend the first five minutes watching the tool they already own fail at it, and by the break they will have written the one that works.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run the first two cells now, before any theory. You have six things in the cupboard and a hundred recipes. Ctrl+F on the whole list gives nothing, Ctrl+F on garlic gives forty-two, and no recipe uses all six. So there is no string to find. The question is which recipe uses the most of what you have, counting a rare ingredient for more than one that everything contains, and that is a ranking problem. Everything today is built to answer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give every word its own dimension, so every pair of distinct words is equally dissimilar. That is plainly wrong, and it is the problem the whole week is about. Note it is the same defect we just saw in Ctrl+F: a word either matches or it does not, and nothing is nearer than anything else.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single idea the next four weeks are built on: meaning can be estimated from context, and context can be counted.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word, divide by the recipe's length so a long recipe does not win everything by being long. Then look at the tf column: every ingredient scores 0.167, so tf says salt matters exactly as much as chickpeas. Counting alone cannot rank, which is the same complaint we made about Ctrl+F ten minutes ago and the reason idf exists.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recipes contain the ingredient at all, and weight by the log of the total over that. Salt is in all four, so it divides by itself, the log is zero, and salt is switched off. Not filtered by a list of boring words: switched off by the arithmetic. Multiply tf by idf and parsley comes out on top, because it is the only ingredient here that tells you which recipe you are looking 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tiny recipes, and we write tf and idf out as loops so nothing is hidden. Twelve ingredients, so the whole table fits on screen. Two TRY IT cells, one at the end of each part.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nine-ingredient stew and a three-ingredient salad about the same thing sit far apart by straight-line distance, purely because one has more numbers in it, so distance is the wrong tool.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compares recipes to each other, then scores a pantry against them, which is the punchline: a pantry is just another short recipe. Part 4 hands the same job to TfidfVectorizer over the full hundred and answers the question we opened with. Pause on Chana saag at 0.828: it uses five of their six ingredients and no recipe uses all six.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First they finish the search loop, which is the one piece of real code today. Then three questions: what can you cook, which single ingredient is worth walking to the shop for, and which of your six is doing no work at all. The middle one is the interesting one, because buying saffron raises the score and buying tomato lowers it, and working out why is the whole lesson.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p:txBody>
          <a:bodyPr wrap="square"/>
          <a:lstStyle/>
          <a:p>
            <a:pPr marL="0" indent="0">
              <a:buNone/>
            </a:pPr>
            <a:r>
              <a:t>Natural Language Processing &amp; Large Language Models</a:t>
            </a:r>
          </a:p>
          <a:p>
            <a:pPr marL="0" indent="0">
              <a:buNone/>
            </a:pPr>
            <a:r>
              <a:t>Week 5, Class 1  ·  Mon Sep 21,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pic>
        <p:nvPicPr>
          <p:cNvPr id="5" name="Picture 4" descr="Ctrl+F finds a word, not a ranking"/>
          <p:cNvPicPr>
            <a:picLocks noChangeAspect="1"/>
          </p:cNvPicPr>
          <p:nvPr/>
        </p:nvPicPr>
        <p:blipFill>
          <a:blip r:embed="rId3"/>
          <a:stretch>
            <a:fillRect/>
          </a:stretch>
        </p:blipFill>
        <p:spPr>
          <a:xfrm>
            <a:off x="1036905" y="1078992"/>
            <a:ext cx="70701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100-recipe corpus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pic>
        <p:nvPicPr>
          <p:cNvPr id="5" name="Picture 4" descr="&quot;cat&quot; is as far from &quot;dog&quot; as from &quot;algebra&quot;"/>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830795" y="1078992"/>
            <a:ext cx="74824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Firth 1957; the tezguino example is from Lin 1998, via SLP3 Ch.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salt the same score as chickpeas</a:t>
            </a:r>
          </a:p>
        </p:txBody>
      </p:sp>
      <p:pic>
        <p:nvPicPr>
          <p:cNvPr id="5" name="Picture 4" descr="tf gives salt the same score as chickpeas"/>
          <p:cNvPicPr>
            <a:picLocks noChangeAspect="1"/>
          </p:cNvPicPr>
          <p:nvPr/>
        </p:nvPicPr>
        <p:blipFill>
          <a:blip r:embed="rId3"/>
          <a:stretch>
            <a:fillRect/>
          </a:stretch>
        </p:blipFill>
        <p:spPr>
          <a:xfrm>
            <a:off x="274320" y="1158072"/>
            <a:ext cx="8595360" cy="34308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salt off by arithmetic</a:t>
            </a:r>
          </a:p>
        </p:txBody>
      </p:sp>
      <p:pic>
        <p:nvPicPr>
          <p:cNvPr id="5" name="Picture 4" descr="idf switches salt off by arithmetic"/>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Count them, then weight them by rarity.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3 and 4 in the notebook</a:t>
            </a:r>
          </a:p>
          <a:p>
            <a:pPr algn="ctr" marL="0" indent="0">
              <a:buNone/>
            </a:pPr>
            <a:r>
              <a:rPr sz="2000">
                <a:solidFill>
                  <a:srgbClr val="222222"/>
                </a:solidFill>
              </a:rPr>
              <a:t>Then point it at all one hundred recipes.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pantry challeng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things in the cupboard, a hundred recipes</a:t>
            </a:r>
          </a:p>
        </p:txBody>
      </p:sp>
      <p:pic>
        <p:nvPicPr>
          <p:cNvPr id="5" name="Picture 4" descr="Six things in the cupboard, a hundred recipes"/>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recipe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