
<file path=[Content_Types].xml><?xml version="1.0" encoding="utf-8"?>
<Types xmlns="http://schemas.openxmlformats.org/package/2006/content-types">
  <Default Extension="fntdata" ContentType="application/x-fontdata"/>
  <Default Extension="jpg" ContentType="image/jpeg"/>
  <Default Extension="png" ContentType="image/png"/>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68" r:id="rId3"/>
  </p:sldMasterIdLst>
  <p:notesMasterIdLst>
    <p:notesMasterId r:id="rId4"/>
  </p:notesMasterIdLst>
  <p:sldIdLst>
    <p:sldId id="256" r:id="rId21"/>
    <p:sldId id="257" r:id="rId22"/>
    <p:sldId id="258" r:id="rId20"/>
    <p:sldId id="259" r:id="rId19"/>
    <p:sldId id="260" r:id="rId18"/>
    <p:sldId id="261" r:id="rId17"/>
    <p:sldId id="262" r:id="rId16"/>
    <p:sldId id="263" r:id="rId15"/>
    <p:sldId id="264" r:id="rId14"/>
    <p:sldId id="265" r:id="rId13"/>
    <p:sldId id="266" r:id="rId12"/>
    <p:sldId id="267" r:id="rId11"/>
    <p:sldId id="268" r:id="rId10"/>
    <p:sldId id="269" r:id="rId9"/>
    <p:sldId id="270" r:id="rId8"/>
    <p:sldId id="271" r:id="rId7"/>
    <p:sldId id="272" r:id="rId6"/>
    <p:sldId id="273" r:id="rId5"/>
    <p:sldId id="274" r:id="rId39"/>
    <p:sldId id="275" r:id="rId40"/>
    <p:sldId id="276" r:id="rId41"/>
    <p:sldId id="277" r:id="rId42"/>
    <p:sldId id="278" r:id="rId43"/>
  </p:sldIdLst>
  <p:sldSz cy="5143500" cx="9144000"/>
  <p:notesSz cx="6858000" cy="9144000"/>
  <p:embeddedFontLst>
    <p:embeddedFont>
      <p:font typeface="Roboto"/>
      <p:regular r:id="rId23"/>
      <p:bold r:id="rId24"/>
      <p:italic r:id="rId25"/>
      <p:boldItalic r:id="rId26"/>
    </p:embeddedFont>
    <p:embeddedFont>
      <p:font typeface="Playfair Display"/>
      <p:regular r:id="rId27"/>
      <p:bold r:id="rId28"/>
      <p:italic r:id="rId29"/>
      <p:boldItalic r:id="rId30"/>
    </p:embeddedFont>
    <p:embeddedFont>
      <p:font typeface="Roboto Mono Light"/>
      <p:regular r:id="rId31"/>
      <p:bold r:id="rId32"/>
      <p:italic r:id="rId33"/>
      <p:boldItalic r:id="rId34"/>
    </p:embeddedFont>
    <p:embeddedFont>
      <p:font typeface="Roboto Light"/>
      <p:regular r:id="rId35"/>
      <p:bold r:id="rId36"/>
      <p:italic r:id="rId37"/>
      <p:boldItalic r:id="rId38"/>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5" Type="http://schemas.openxmlformats.org/officeDocument/2006/relationships/slide" Target="slides/slide18.xml"/><Relationship Id="rId6" Type="http://schemas.openxmlformats.org/officeDocument/2006/relationships/slide" Target="slides/slide17.xml"/><Relationship Id="rId7" Type="http://schemas.openxmlformats.org/officeDocument/2006/relationships/slide" Target="slides/slide16.xml"/><Relationship Id="rId8" Type="http://schemas.openxmlformats.org/officeDocument/2006/relationships/slide" Target="slides/slide15.xml"/><Relationship Id="rId9" Type="http://schemas.openxmlformats.org/officeDocument/2006/relationships/slide" Target="slides/slide14.xml"/><Relationship Id="rId10" Type="http://schemas.openxmlformats.org/officeDocument/2006/relationships/slide" Target="slides/slide13.xml"/><Relationship Id="rId11" Type="http://schemas.openxmlformats.org/officeDocument/2006/relationships/slide" Target="slides/slide12.xml"/><Relationship Id="rId12" Type="http://schemas.openxmlformats.org/officeDocument/2006/relationships/slide" Target="slides/slide11.xml"/><Relationship Id="rId13" Type="http://schemas.openxmlformats.org/officeDocument/2006/relationships/slide" Target="slides/slide10.xml"/><Relationship Id="rId14" Type="http://schemas.openxmlformats.org/officeDocument/2006/relationships/slide" Target="slides/slide9.xml"/><Relationship Id="rId15" Type="http://schemas.openxmlformats.org/officeDocument/2006/relationships/slide" Target="slides/slide8.xml"/><Relationship Id="rId16" Type="http://schemas.openxmlformats.org/officeDocument/2006/relationships/slide" Target="slides/slide7.xml"/><Relationship Id="rId17" Type="http://schemas.openxmlformats.org/officeDocument/2006/relationships/slide" Target="slides/slide6.xml"/><Relationship Id="rId18" Type="http://schemas.openxmlformats.org/officeDocument/2006/relationships/slide" Target="slides/slide5.xml"/><Relationship Id="rId19" Type="http://schemas.openxmlformats.org/officeDocument/2006/relationships/slide" Target="slides/slide4.xml"/><Relationship Id="rId20" Type="http://schemas.openxmlformats.org/officeDocument/2006/relationships/slide" Target="slides/slide3.xml"/><Relationship Id="rId21" Type="http://schemas.openxmlformats.org/officeDocument/2006/relationships/slide" Target="slides/slide1.xml"/><Relationship Id="rId22" Type="http://schemas.openxmlformats.org/officeDocument/2006/relationships/slide" Target="slides/slide2.xml"/><Relationship Id="rId23" Type="http://schemas.openxmlformats.org/officeDocument/2006/relationships/font" Target="fonts/Roboto-regular.fntdata"/><Relationship Id="rId24" Type="http://schemas.openxmlformats.org/officeDocument/2006/relationships/font" Target="fonts/Roboto-bold.fntdata"/><Relationship Id="rId25" Type="http://schemas.openxmlformats.org/officeDocument/2006/relationships/font" Target="fonts/Roboto-italic.fntdata"/><Relationship Id="rId26" Type="http://schemas.openxmlformats.org/officeDocument/2006/relationships/font" Target="fonts/Roboto-boldItalic.fntdata"/><Relationship Id="rId27" Type="http://schemas.openxmlformats.org/officeDocument/2006/relationships/font" Target="fonts/PlayfairDisplay-regular.fntdata"/><Relationship Id="rId28" Type="http://schemas.openxmlformats.org/officeDocument/2006/relationships/font" Target="fonts/PlayfairDisplay-bold.fntdata"/><Relationship Id="rId29" Type="http://schemas.openxmlformats.org/officeDocument/2006/relationships/font" Target="fonts/PlayfairDisplay-italic.fntdata"/><Relationship Id="rId30" Type="http://schemas.openxmlformats.org/officeDocument/2006/relationships/font" Target="fonts/PlayfairDisplay-boldItalic.fntdata"/><Relationship Id="rId31" Type="http://schemas.openxmlformats.org/officeDocument/2006/relationships/font" Target="fonts/RobotoMonoLight-regular.fntdata"/><Relationship Id="rId32" Type="http://schemas.openxmlformats.org/officeDocument/2006/relationships/font" Target="fonts/RobotoMonoLight-bold.fntdata"/><Relationship Id="rId33" Type="http://schemas.openxmlformats.org/officeDocument/2006/relationships/font" Target="fonts/RobotoMonoLight-italic.fntdata"/><Relationship Id="rId34" Type="http://schemas.openxmlformats.org/officeDocument/2006/relationships/font" Target="fonts/RobotoMonoLight-boldItalic.fntdata"/><Relationship Id="rId35" Type="http://schemas.openxmlformats.org/officeDocument/2006/relationships/font" Target="fonts/RobotoLight-regular.fntdata"/><Relationship Id="rId36" Type="http://schemas.openxmlformats.org/officeDocument/2006/relationships/font" Target="fonts/RobotoLight-bold.fntdata"/><Relationship Id="rId37" Type="http://schemas.openxmlformats.org/officeDocument/2006/relationships/font" Target="fonts/RobotoLight-italic.fntdata"/><Relationship Id="rId38" Type="http://schemas.openxmlformats.org/officeDocument/2006/relationships/font" Target="fonts/RobotoLight-boldItalic.fntdata"/><Relationship Id="rId39" Type="http://schemas.openxmlformats.org/officeDocument/2006/relationships/slide" Target="slides/slide19.xml"/><Relationship Id="rId40" Type="http://schemas.openxmlformats.org/officeDocument/2006/relationships/slide" Target="slides/slide20.xml"/><Relationship Id="rId41" Type="http://schemas.openxmlformats.org/officeDocument/2006/relationships/slide" Target="slides/slide21.xml"/><Relationship Id="rId42" Type="http://schemas.openxmlformats.org/officeDocument/2006/relationships/slide" Target="slides/slide22.xml"/><Relationship Id="rId43" Type="http://schemas.openxmlformats.org/officeDocument/2006/relationships/slide" Target="slides/slide2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p:nvPr>
            <p:ph idx="2" type="sldImg"/>
          </p:nvPr>
        </p:nvSpPr>
        <p:spPr>
          <a:xfrm>
            <a:off x="1143523" y="685800"/>
            <a:ext cx="45717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399" cy="4114800"/>
          </a:xfrm>
          <a:prstGeom prst="rect">
            <a:avLst/>
          </a:prstGeom>
          <a:noFill/>
          <a:ln>
            <a:noFill/>
          </a:ln>
        </p:spPr>
        <p:txBody>
          <a:bodyPr anchorCtr="0" anchor="t" bIns="91425" lIns="91425" spcFirstLastPara="1" rIns="91425" wrap="square" tIns="91425">
            <a:noAutofit/>
          </a:bodyPr>
          <a:lstStyle>
            <a:lvl1pPr indent="-228600" lvl="0" marL="4572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1pPr>
            <a:lvl2pPr indent="-228600" lvl="1" marL="9144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2pPr>
            <a:lvl3pPr indent="-228600" lvl="2" marL="13716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3pPr>
            <a:lvl4pPr indent="-228600" lvl="3" marL="18288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4pPr>
            <a:lvl5pPr indent="-228600" lvl="4" marL="22860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5pPr>
            <a:lvl6pPr indent="-228600" lvl="5" marL="27432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6pPr>
            <a:lvl7pPr indent="-228600" lvl="6" marL="32004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7pPr>
            <a:lvl8pPr indent="-228600" lvl="7" marL="36576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8pPr>
            <a:lvl9pPr indent="-228600" lvl="8" marL="41148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 starling is known by the flock it flies with. Can we learn a word the same way, from the words around it?</a:t>
            </a:r>
          </a:p>
        </p:txBody>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Six steps. Count neighbours so words become vectors, weight the informative ones with TF-IDF, score word association with PPMI, compare by angle with cosine, put it together as similarity search, and then build one.</a:t>
            </a:r>
          </a:p>
        </p:txBody>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One-hot vectors are all orthogonal: every word is equally distant from every other. No notion that cat is closer to dog than to democracy.</a:t>
            </a:r>
          </a:p>
        </p:txBody>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Take a real guess from the room before revealing the line. Nobody looks a word up in a dictionary here; everyone reads the sentence around it. That instinct is the whole idea of the next forty minutes.</a:t>
            </a:r>
          </a:p>
        </p:txBody>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Words in similar contexts tend to have similar meanings.</a:t>
            </a:r>
          </a:p>
        </p:txBody>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Count how often each context word appears near a target word: each row is already a vector. Cherry and strawberry look alike; digital and information look alike.</a:t>
            </a:r>
          </a:p>
        </p:txBody>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Plot two of the dimensions from real Wikipedia counts and words become points: digital and information land in the same corner of the space.</a:t>
            </a:r>
          </a:p>
        </p:txBody>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same four-document corpus we will use all class. Read it as a matrix: each row is a word, each column a document, each cell a count. The two sports documents share a direction and the two cooking documents share another, and that is what similarity is going to measure. Notice the row for the: huge in every column, useful in none.</a:t>
            </a:r>
          </a:p>
        </p:txBody>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We want frequent-in-doc but rare-across-corpus words.</a:t>
            </a:r>
          </a:p>
        </p:txBody>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has the biggest raw count, yet its weight collapses to zero; the topical word goal wins.</a:t>
            </a:r>
          </a:p>
        </p:txBody>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PPMI = max(PMI, 0): negative associations are unreliable with sparse counts, so we clip them to zero.</a:t>
            </a:r>
          </a:p>
        </p:txBody>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Frequent words get long vectors, so raw distance misleads. The ANGLE between cherry and information is large; between digital and information it is tiny.</a:t>
            </a:r>
          </a:p>
        </p:txBody>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Cosine is the dot product divided by both lengths, which is exactly what cancels the length out. A and B point the same way and score near 1 even though B is a much longer document, and C sits at a wide angle and scores near 0. Same topic beats same size.</a:t>
            </a:r>
          </a:p>
        </p:txBody>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Four steps, and they are the whole exercise: vectorize the query and the documents with TF-IDF, score every document with cosine, sort, keep the top k. This is classic search, and it is also the retrieval step of RAG in Week 11, where the only thing that changes is that the counts become learned dense vectors. This is the heart of classic search engines, and the retrieval step in RAG (Week 11), where we swap counts for learned dense vectors.</a:t>
            </a:r>
          </a:p>
        </p:txBody>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Vector similarity powers search and retrieval inside real data centers.</a:t>
            </a:r>
          </a:p>
        </p:txBody>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Good and great stay orthogonal unless they co-occur.</a:t>
            </a:r>
          </a:p>
        </p:txBody>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Two functions to write, tfidf_vector and cosine. build_index and the ranking loop are already written for them. Then run the three queries and spend the last stretch on the four break-it experiments, which are where the understanding actually happens.</a:t>
            </a:r>
          </a:p>
        </p:txBody>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Two functions: tfidf_vector weights a token list, cosine compares two of those vectors. tokenize, build_index and search are already written, so nothing here is about plumbing.</a:t>
            </a:r>
          </a:p>
        </p:txBody>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right document lands first for every query, and the unrelated ones score exactly 0.000 because they share no terms with the query. That zero is worth pointing at: it is not a small number, it is orthogonality.</a:t>
            </a:r>
          </a:p>
        </p:txBody>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Text into vectors, TF-IDF to discount the common words, PPMI to score association, cosine to compare by angle. Every vector here is long, sparse and hand-built. Next class we swap all of that for short, dense vectors that are learned. Next class swap long sparse counts for short, learned dense embeddings.</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3.jp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 Id="rId3" Type="http://schemas.openxmlformats.org/officeDocument/2006/relationships/image" Target="../media/image8.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5.jp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5.jpg"/><Relationship Id="rId3" Type="http://schemas.openxmlformats.org/officeDocument/2006/relationships/image" Target="../media/image26.jpg"/><Relationship Id="rId4" Type="http://schemas.openxmlformats.org/officeDocument/2006/relationships/image" Target="../media/image27.jp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8.jp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9.jp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4.jp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Cover Page" type="blank">
  <p:cSld name="BLANK">
    <p:spTree>
      <p:nvGrpSpPr>
        <p:cNvPr id="9" name="Shape 9"/>
        <p:cNvGrpSpPr/>
        <p:nvPr/>
      </p:nvGrpSpPr>
      <p:grpSpPr>
        <a:xfrm>
          <a:off x="0" y="0"/>
          <a:ext cx="0" cy="0"/>
          <a:chOff x="0" y="0"/>
          <a:chExt cx="0" cy="0"/>
        </a:xfrm>
      </p:grpSpPr>
      <p:sp>
        <p:nvSpPr>
          <p:cNvPr id="10" name="Google Shape;10;p2"/>
          <p:cNvSpPr/>
          <p:nvPr/>
        </p:nvSpPr>
        <p:spPr>
          <a:xfrm>
            <a:off x="0" y="3390300"/>
            <a:ext cx="9144000" cy="1753200"/>
          </a:xfrm>
          <a:prstGeom prst="rect">
            <a:avLst/>
          </a:prstGeom>
          <a:solidFill>
            <a:srgbClr val="FFFFFF"/>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pic>
        <p:nvPicPr>
          <p:cNvPr id="11" name="Google Shape;11;p2"/>
          <p:cNvPicPr preferRelativeResize="0"/>
          <p:nvPr/>
        </p:nvPicPr>
        <p:blipFill rotWithShape="1">
          <a:blip r:embed="rId2">
            <a:alphaModFix/>
          </a:blip>
          <a:srcRect b="13732" l="600" r="-600" t="43847"/>
          <a:stretch/>
        </p:blipFill>
        <p:spPr>
          <a:xfrm>
            <a:off x="0" y="-70472"/>
            <a:ext cx="9198797" cy="3460774"/>
          </a:xfrm>
          <a:prstGeom prst="rect">
            <a:avLst/>
          </a:prstGeom>
          <a:noFill/>
          <a:ln>
            <a:noFill/>
          </a:ln>
        </p:spPr>
      </p:pic>
      <p:sp>
        <p:nvSpPr>
          <p:cNvPr id="12" name="Google Shape;12;p2"/>
          <p:cNvSpPr txBox="1"/>
          <p:nvPr>
            <p:ph type="title"/>
          </p:nvPr>
        </p:nvSpPr>
        <p:spPr>
          <a:xfrm>
            <a:off x="493923" y="976378"/>
            <a:ext cx="8005800" cy="18243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rgbClr val="FFFFFF"/>
              </a:buClr>
              <a:buSzPts val="3600"/>
              <a:buFont typeface="Playfair Display"/>
              <a:buNone/>
              <a:defRPr i="0" sz="3600" u="none" cap="none" strike="noStrike">
                <a:solidFill>
                  <a:srgbClr val="FFFFFF"/>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13" name="Google Shape;13;p2"/>
          <p:cNvSpPr txBox="1"/>
          <p:nvPr>
            <p:ph idx="1" type="subTitle"/>
          </p:nvPr>
        </p:nvSpPr>
        <p:spPr>
          <a:xfrm>
            <a:off x="493926" y="3549825"/>
            <a:ext cx="7661100" cy="970800"/>
          </a:xfrm>
          <a:prstGeom prst="rect">
            <a:avLst/>
          </a:prstGeom>
        </p:spPr>
        <p:txBody>
          <a:bodyPr anchorCtr="0" anchor="t" bIns="34275" lIns="34275" spcFirstLastPara="1" rIns="34275" wrap="square" tIns="34275">
            <a:noAutofit/>
          </a:bodyPr>
          <a:lstStyle>
            <a:lvl1pPr lvl="0">
              <a:spcBef>
                <a:spcPts val="700"/>
              </a:spcBef>
              <a:spcAft>
                <a:spcPts val="0"/>
              </a:spcAft>
              <a:buNone/>
              <a:defRPr>
                <a:solidFill>
                  <a:schemeClr val="dk1"/>
                </a:solidFill>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14" name="Google Shape;14;p2"/>
          <p:cNvSpPr txBox="1"/>
          <p:nvPr>
            <p:ph idx="2" type="subTitle"/>
          </p:nvPr>
        </p:nvSpPr>
        <p:spPr>
          <a:xfrm>
            <a:off x="493923" y="4079316"/>
            <a:ext cx="7327800" cy="2987100"/>
          </a:xfrm>
          <a:prstGeom prst="rect">
            <a:avLst/>
          </a:prstGeom>
        </p:spPr>
        <p:txBody>
          <a:bodyPr anchorCtr="0" anchor="t" bIns="34275" lIns="34275" spcFirstLastPara="1" rIns="34275" wrap="square" tIns="34275">
            <a:noAutofit/>
          </a:bodyPr>
          <a:lstStyle>
            <a:lvl1pPr lvl="0">
              <a:spcBef>
                <a:spcPts val="700"/>
              </a:spcBef>
              <a:spcAft>
                <a:spcPts val="0"/>
              </a:spcAft>
              <a:buNone/>
              <a:defRPr sz="18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 2 Columns">
  <p:cSld name="2_Portfolio Three">
    <p:spTree>
      <p:nvGrpSpPr>
        <p:cNvPr id="15" name="Shape 15"/>
        <p:cNvGrpSpPr/>
        <p:nvPr/>
      </p:nvGrpSpPr>
      <p:grpSpPr>
        <a:xfrm>
          <a:off x="0" y="0"/>
          <a:ext cx="0" cy="0"/>
          <a:chOff x="0" y="0"/>
          <a:chExt cx="0" cy="0"/>
        </a:xfrm>
      </p:grpSpPr>
      <p:sp>
        <p:nvSpPr>
          <p:cNvPr id="16" name="Google Shape;16;p3"/>
          <p:cNvSpPr txBox="1"/>
          <p:nvPr>
            <p:ph idx="1" type="body"/>
          </p:nvPr>
        </p:nvSpPr>
        <p:spPr>
          <a:xfrm>
            <a:off x="509577" y="1369219"/>
            <a:ext cx="36882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
        <p:nvSpPr>
          <p:cNvPr id="17" name="Google Shape;17;p3"/>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18" name="Google Shape;18;p3"/>
          <p:cNvSpPr txBox="1"/>
          <p:nvPr>
            <p:ph idx="2"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19" name="Google Shape;19;p3"/>
          <p:cNvSpPr txBox="1"/>
          <p:nvPr>
            <p:ph idx="3" type="body"/>
          </p:nvPr>
        </p:nvSpPr>
        <p:spPr>
          <a:xfrm>
            <a:off x="4827127" y="1369219"/>
            <a:ext cx="36882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 3 Columns">
  <p:cSld name="1_Slide with Placeholder">
    <p:spTree>
      <p:nvGrpSpPr>
        <p:cNvPr id="20" name="Shape 20"/>
        <p:cNvGrpSpPr/>
        <p:nvPr/>
      </p:nvGrpSpPr>
      <p:grpSpPr>
        <a:xfrm>
          <a:off x="0" y="0"/>
          <a:ext cx="0" cy="0"/>
          <a:chOff x="0" y="0"/>
          <a:chExt cx="0" cy="0"/>
        </a:xfrm>
      </p:grpSpPr>
      <p:sp>
        <p:nvSpPr>
          <p:cNvPr id="21" name="Google Shape;21;p4"/>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22" name="Google Shape;22;p4"/>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23" name="Google Shape;23;p4"/>
          <p:cNvSpPr txBox="1"/>
          <p:nvPr>
            <p:ph idx="2" type="body"/>
          </p:nvPr>
        </p:nvSpPr>
        <p:spPr>
          <a:xfrm>
            <a:off x="552175" y="1369225"/>
            <a:ext cx="2502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
        <p:nvSpPr>
          <p:cNvPr id="24" name="Google Shape;24;p4"/>
          <p:cNvSpPr txBox="1"/>
          <p:nvPr>
            <p:ph idx="3" type="body"/>
          </p:nvPr>
        </p:nvSpPr>
        <p:spPr>
          <a:xfrm>
            <a:off x="3337475" y="1369225"/>
            <a:ext cx="2502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
        <p:nvSpPr>
          <p:cNvPr id="25" name="Google Shape;25;p4"/>
          <p:cNvSpPr txBox="1"/>
          <p:nvPr>
            <p:ph idx="4" type="body"/>
          </p:nvPr>
        </p:nvSpPr>
        <p:spPr>
          <a:xfrm>
            <a:off x="6160800" y="1369225"/>
            <a:ext cx="2502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6_Cover Slide">
  <p:cSld name="Cover Slide">
    <p:spTree>
      <p:nvGrpSpPr>
        <p:cNvPr id="26" name="Shape 26"/>
        <p:cNvGrpSpPr/>
        <p:nvPr/>
      </p:nvGrpSpPr>
      <p:grpSpPr>
        <a:xfrm>
          <a:off x="0" y="0"/>
          <a:ext cx="0" cy="0"/>
          <a:chOff x="0" y="0"/>
          <a:chExt cx="0" cy="0"/>
        </a:xfrm>
      </p:grpSpPr>
      <p:pic>
        <p:nvPicPr>
          <p:cNvPr id="27" name="Google Shape;27;p5"/>
          <p:cNvPicPr preferRelativeResize="0"/>
          <p:nvPr/>
        </p:nvPicPr>
        <p:blipFill rotWithShape="1">
          <a:blip r:embed="rId2">
            <a:alphaModFix/>
          </a:blip>
          <a:srcRect b="0" l="0" r="0" t="0"/>
          <a:stretch/>
        </p:blipFill>
        <p:spPr>
          <a:xfrm>
            <a:off x="595" y="0"/>
            <a:ext cx="9142810" cy="5142831"/>
          </a:xfrm>
          <a:prstGeom prst="rect">
            <a:avLst/>
          </a:prstGeom>
          <a:noFill/>
          <a:ln>
            <a:noFill/>
          </a:ln>
        </p:spPr>
      </p:pic>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6_Cover Slide with Logo">
  <p:cSld name="Cover Slide_2">
    <p:spTree>
      <p:nvGrpSpPr>
        <p:cNvPr id="28" name="Shape 28"/>
        <p:cNvGrpSpPr/>
        <p:nvPr/>
      </p:nvGrpSpPr>
      <p:grpSpPr>
        <a:xfrm>
          <a:off x="0" y="0"/>
          <a:ext cx="0" cy="0"/>
          <a:chOff x="0" y="0"/>
          <a:chExt cx="0" cy="0"/>
        </a:xfrm>
      </p:grpSpPr>
      <p:pic>
        <p:nvPicPr>
          <p:cNvPr id="29" name="Google Shape;29;p6"/>
          <p:cNvPicPr preferRelativeResize="0"/>
          <p:nvPr/>
        </p:nvPicPr>
        <p:blipFill rotWithShape="1">
          <a:blip r:embed="rId2">
            <a:alphaModFix/>
          </a:blip>
          <a:srcRect b="0" l="0" r="0" t="0"/>
          <a:stretch/>
        </p:blipFill>
        <p:spPr>
          <a:xfrm>
            <a:off x="595" y="0"/>
            <a:ext cx="9142810" cy="5142831"/>
          </a:xfrm>
          <a:prstGeom prst="rect">
            <a:avLst/>
          </a:prstGeom>
          <a:noFill/>
          <a:ln>
            <a:noFill/>
          </a:ln>
        </p:spPr>
      </p:pic>
      <p:pic>
        <p:nvPicPr>
          <p:cNvPr id="30" name="Google Shape;30;p6"/>
          <p:cNvPicPr preferRelativeResize="0"/>
          <p:nvPr/>
        </p:nvPicPr>
        <p:blipFill>
          <a:blip r:embed="rId3">
            <a:alphaModFix/>
          </a:blip>
          <a:stretch>
            <a:fillRect/>
          </a:stretch>
        </p:blipFill>
        <p:spPr>
          <a:xfrm>
            <a:off x="2103514" y="628706"/>
            <a:ext cx="4936973" cy="3885582"/>
          </a:xfrm>
          <a:prstGeom prst="rect">
            <a:avLst/>
          </a:prstGeom>
          <a:noFill/>
          <a:ln>
            <a:noFill/>
          </a:ln>
        </p:spPr>
      </p:pic>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6_Acknowledgments Slide">
  <p:cSld name="Cover Slide_1">
    <p:spTree>
      <p:nvGrpSpPr>
        <p:cNvPr id="31" name="Shape 31"/>
        <p:cNvGrpSpPr/>
        <p:nvPr/>
      </p:nvGrpSpPr>
      <p:grpSpPr>
        <a:xfrm>
          <a:off x="0" y="0"/>
          <a:ext cx="0" cy="0"/>
          <a:chOff x="0" y="0"/>
          <a:chExt cx="0" cy="0"/>
        </a:xfrm>
      </p:grpSpPr>
      <p:pic>
        <p:nvPicPr>
          <p:cNvPr id="32" name="Google Shape;32;p7"/>
          <p:cNvPicPr preferRelativeResize="0"/>
          <p:nvPr/>
        </p:nvPicPr>
        <p:blipFill rotWithShape="1">
          <a:blip r:embed="rId2">
            <a:alphaModFix/>
          </a:blip>
          <a:srcRect b="0" l="0" r="0" t="0"/>
          <a:stretch/>
        </p:blipFill>
        <p:spPr>
          <a:xfrm>
            <a:off x="595" y="0"/>
            <a:ext cx="9142810" cy="5142831"/>
          </a:xfrm>
          <a:prstGeom prst="rect">
            <a:avLst/>
          </a:prstGeom>
          <a:noFill/>
          <a:ln>
            <a:noFill/>
          </a:ln>
        </p:spPr>
      </p:pic>
      <p:sp>
        <p:nvSpPr>
          <p:cNvPr id="33" name="Google Shape;33;p7"/>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lt1"/>
              </a:buClr>
              <a:buSzPts val="5600"/>
              <a:buFont typeface="Playfair Display"/>
              <a:buNone/>
              <a:defRPr i="0" sz="5600" u="none" cap="none" strike="noStrike">
                <a:solidFill>
                  <a:schemeClr val="lt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34" name="Google Shape;34;p7"/>
          <p:cNvSpPr txBox="1"/>
          <p:nvPr>
            <p:ph idx="1" type="subTitle"/>
          </p:nvPr>
        </p:nvSpPr>
        <p:spPr>
          <a:xfrm>
            <a:off x="509521" y="1401113"/>
            <a:ext cx="5120100" cy="1558200"/>
          </a:xfrm>
          <a:prstGeom prst="rect">
            <a:avLst/>
          </a:prstGeom>
        </p:spPr>
        <p:txBody>
          <a:bodyPr anchorCtr="0" anchor="t" bIns="34275" lIns="34275" spcFirstLastPara="1" rIns="34275" wrap="square" tIns="34275">
            <a:noAutofit/>
          </a:bodyPr>
          <a:lstStyle>
            <a:lvl1pPr lvl="0">
              <a:spcBef>
                <a:spcPts val="700"/>
              </a:spcBef>
              <a:spcAft>
                <a:spcPts val="0"/>
              </a:spcAft>
              <a:buNone/>
              <a:defRPr sz="2700">
                <a:solidFill>
                  <a:schemeClr val="lt1"/>
                </a:solidFill>
                <a:latin typeface="Roboto Light"/>
                <a:ea typeface="Roboto Light"/>
                <a:cs typeface="Roboto Light"/>
                <a:sym typeface="Roboto Light"/>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_Title only">
  <p:cSld name="Custom Layout">
    <p:spTree>
      <p:nvGrpSpPr>
        <p:cNvPr id="35" name="Shape 35"/>
        <p:cNvGrpSpPr/>
        <p:nvPr/>
      </p:nvGrpSpPr>
      <p:grpSpPr>
        <a:xfrm>
          <a:off x="0" y="0"/>
          <a:ext cx="0" cy="0"/>
          <a:chOff x="0" y="0"/>
          <a:chExt cx="0" cy="0"/>
        </a:xfrm>
      </p:grpSpPr>
      <p:sp>
        <p:nvSpPr>
          <p:cNvPr id="36" name="Google Shape;36;p8"/>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37" name="Google Shape;37;p8"/>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_Big Concept Slide">
  <p:cSld name="Slide with Placeholder">
    <p:spTree>
      <p:nvGrpSpPr>
        <p:cNvPr id="38" name="Shape 38"/>
        <p:cNvGrpSpPr/>
        <p:nvPr/>
      </p:nvGrpSpPr>
      <p:grpSpPr>
        <a:xfrm>
          <a:off x="0" y="0"/>
          <a:ext cx="0" cy="0"/>
          <a:chOff x="0" y="0"/>
          <a:chExt cx="0" cy="0"/>
        </a:xfrm>
      </p:grpSpPr>
      <p:sp>
        <p:nvSpPr>
          <p:cNvPr id="39" name="Google Shape;39;p9"/>
          <p:cNvSpPr txBox="1"/>
          <p:nvPr>
            <p:ph type="title"/>
          </p:nvPr>
        </p:nvSpPr>
        <p:spPr>
          <a:xfrm>
            <a:off x="509577" y="2245519"/>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40" name="Google Shape;40;p9"/>
          <p:cNvSpPr txBox="1"/>
          <p:nvPr>
            <p:ph idx="1" type="subTitle"/>
          </p:nvPr>
        </p:nvSpPr>
        <p:spPr>
          <a:xfrm>
            <a:off x="509577" y="3154509"/>
            <a:ext cx="6737700" cy="9531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p:cSld name="Large Picture with Logo">
    <p:spTree>
      <p:nvGrpSpPr>
        <p:cNvPr id="41" name="Shape 41"/>
        <p:cNvGrpSpPr/>
        <p:nvPr/>
      </p:nvGrpSpPr>
      <p:grpSpPr>
        <a:xfrm>
          <a:off x="0" y="0"/>
          <a:ext cx="0" cy="0"/>
          <a:chOff x="0" y="0"/>
          <a:chExt cx="0" cy="0"/>
        </a:xfrm>
      </p:grpSpPr>
      <p:sp>
        <p:nvSpPr>
          <p:cNvPr id="42" name="Google Shape;42;p10"/>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43" name="Google Shape;43;p10"/>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pic>
        <p:nvPicPr>
          <p:cNvPr id="44" name="Google Shape;44;p10"/>
          <p:cNvPicPr preferRelativeResize="0"/>
          <p:nvPr/>
        </p:nvPicPr>
        <p:blipFill rotWithShape="1">
          <a:blip r:embed="rId2">
            <a:alphaModFix/>
          </a:blip>
          <a:srcRect b="2009" l="27412" r="6551" t="0"/>
          <a:stretch/>
        </p:blipFill>
        <p:spPr>
          <a:xfrm>
            <a:off x="7006675" y="-56025"/>
            <a:ext cx="2176574" cy="4846049"/>
          </a:xfrm>
          <a:prstGeom prst="rect">
            <a:avLst/>
          </a:prstGeom>
          <a:noFill/>
          <a:ln>
            <a:noFill/>
          </a:ln>
        </p:spPr>
      </p:pic>
      <p:sp>
        <p:nvSpPr>
          <p:cNvPr id="45" name="Google Shape;45;p10"/>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115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115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1">
  <p:cSld name="Large Picture with Logo_1">
    <p:spTree>
      <p:nvGrpSpPr>
        <p:cNvPr id="46" name="Shape 46"/>
        <p:cNvGrpSpPr/>
        <p:nvPr/>
      </p:nvGrpSpPr>
      <p:grpSpPr>
        <a:xfrm>
          <a:off x="0" y="0"/>
          <a:ext cx="0" cy="0"/>
          <a:chOff x="0" y="0"/>
          <a:chExt cx="0" cy="0"/>
        </a:xfrm>
      </p:grpSpPr>
      <p:sp>
        <p:nvSpPr>
          <p:cNvPr id="47" name="Google Shape;47;p11"/>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48" name="Google Shape;48;p11"/>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49" name="Google Shape;49;p11"/>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115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115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2">
  <p:cSld name="Large Picture with Logo_1_1">
    <p:spTree>
      <p:nvGrpSpPr>
        <p:cNvPr id="50" name="Shape 50"/>
        <p:cNvGrpSpPr/>
        <p:nvPr/>
      </p:nvGrpSpPr>
      <p:grpSpPr>
        <a:xfrm>
          <a:off x="0" y="0"/>
          <a:ext cx="0" cy="0"/>
          <a:chOff x="0" y="0"/>
          <a:chExt cx="0" cy="0"/>
        </a:xfrm>
      </p:grpSpPr>
      <p:sp>
        <p:nvSpPr>
          <p:cNvPr id="51" name="Google Shape;51;p12"/>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52" name="Google Shape;52;p12"/>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pic>
        <p:nvPicPr>
          <p:cNvPr id="53" name="Google Shape;53;p12"/>
          <p:cNvPicPr preferRelativeResize="0"/>
          <p:nvPr/>
        </p:nvPicPr>
        <p:blipFill rotWithShape="1">
          <a:blip r:embed="rId2">
            <a:alphaModFix/>
          </a:blip>
          <a:srcRect b="0" l="27412" r="6551" t="0"/>
          <a:stretch/>
        </p:blipFill>
        <p:spPr>
          <a:xfrm>
            <a:off x="7006675" y="-57150"/>
            <a:ext cx="2137324" cy="4856125"/>
          </a:xfrm>
          <a:prstGeom prst="rect">
            <a:avLst/>
          </a:prstGeom>
          <a:noFill/>
          <a:ln>
            <a:noFill/>
          </a:ln>
        </p:spPr>
      </p:pic>
      <p:pic>
        <p:nvPicPr>
          <p:cNvPr id="54" name="Google Shape;54;p12"/>
          <p:cNvPicPr preferRelativeResize="0"/>
          <p:nvPr/>
        </p:nvPicPr>
        <p:blipFill rotWithShape="1">
          <a:blip r:embed="rId3">
            <a:alphaModFix/>
          </a:blip>
          <a:srcRect b="0" l="8950" r="0" t="0"/>
          <a:stretch/>
        </p:blipFill>
        <p:spPr>
          <a:xfrm>
            <a:off x="7006665" y="-57150"/>
            <a:ext cx="6633784" cy="4856124"/>
          </a:xfrm>
          <a:prstGeom prst="rect">
            <a:avLst/>
          </a:prstGeom>
          <a:noFill/>
          <a:ln>
            <a:noFill/>
          </a:ln>
        </p:spPr>
      </p:pic>
      <p:pic>
        <p:nvPicPr>
          <p:cNvPr id="55" name="Google Shape;55;p12"/>
          <p:cNvPicPr preferRelativeResize="0"/>
          <p:nvPr/>
        </p:nvPicPr>
        <p:blipFill rotWithShape="1">
          <a:blip r:embed="rId4">
            <a:alphaModFix/>
          </a:blip>
          <a:srcRect b="0" l="39028" r="0" t="0"/>
          <a:stretch/>
        </p:blipFill>
        <p:spPr>
          <a:xfrm>
            <a:off x="7006676" y="-57150"/>
            <a:ext cx="4442373" cy="4856124"/>
          </a:xfrm>
          <a:prstGeom prst="rect">
            <a:avLst/>
          </a:prstGeom>
          <a:noFill/>
          <a:ln>
            <a:noFill/>
          </a:ln>
        </p:spPr>
      </p:pic>
      <p:sp>
        <p:nvSpPr>
          <p:cNvPr id="56" name="Google Shape;56;p12"/>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115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115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3">
  <p:cSld name="Large Picture with Logo_1_1_1">
    <p:spTree>
      <p:nvGrpSpPr>
        <p:cNvPr id="57" name="Shape 57"/>
        <p:cNvGrpSpPr/>
        <p:nvPr/>
      </p:nvGrpSpPr>
      <p:grpSpPr>
        <a:xfrm>
          <a:off x="0" y="0"/>
          <a:ext cx="0" cy="0"/>
          <a:chOff x="0" y="0"/>
          <a:chExt cx="0" cy="0"/>
        </a:xfrm>
      </p:grpSpPr>
      <p:sp>
        <p:nvSpPr>
          <p:cNvPr id="58" name="Google Shape;58;p13"/>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59" name="Google Shape;59;p13"/>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pic>
        <p:nvPicPr>
          <p:cNvPr id="60" name="Google Shape;60;p13"/>
          <p:cNvPicPr preferRelativeResize="0"/>
          <p:nvPr/>
        </p:nvPicPr>
        <p:blipFill rotWithShape="1">
          <a:blip r:embed="rId2">
            <a:alphaModFix/>
          </a:blip>
          <a:srcRect b="0" l="24210" r="1252" t="0"/>
          <a:stretch/>
        </p:blipFill>
        <p:spPr>
          <a:xfrm>
            <a:off x="7006675" y="-57150"/>
            <a:ext cx="5430948" cy="4856124"/>
          </a:xfrm>
          <a:prstGeom prst="rect">
            <a:avLst/>
          </a:prstGeom>
          <a:noFill/>
          <a:ln>
            <a:noFill/>
          </a:ln>
        </p:spPr>
      </p:pic>
      <p:sp>
        <p:nvSpPr>
          <p:cNvPr id="61" name="Google Shape;61;p13"/>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115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115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4">
  <p:cSld name="Large Picture with Logo_1_1_1_1">
    <p:spTree>
      <p:nvGrpSpPr>
        <p:cNvPr id="62" name="Shape 62"/>
        <p:cNvGrpSpPr/>
        <p:nvPr/>
      </p:nvGrpSpPr>
      <p:grpSpPr>
        <a:xfrm>
          <a:off x="0" y="0"/>
          <a:ext cx="0" cy="0"/>
          <a:chOff x="0" y="0"/>
          <a:chExt cx="0" cy="0"/>
        </a:xfrm>
      </p:grpSpPr>
      <p:sp>
        <p:nvSpPr>
          <p:cNvPr id="63" name="Google Shape;63;p14"/>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64" name="Google Shape;64;p14"/>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pic>
        <p:nvPicPr>
          <p:cNvPr id="65" name="Google Shape;65;p14"/>
          <p:cNvPicPr preferRelativeResize="0"/>
          <p:nvPr/>
        </p:nvPicPr>
        <p:blipFill rotWithShape="1">
          <a:blip r:embed="rId2">
            <a:alphaModFix/>
          </a:blip>
          <a:srcRect b="0" l="34525" r="0" t="0"/>
          <a:stretch/>
        </p:blipFill>
        <p:spPr>
          <a:xfrm>
            <a:off x="7010075" y="-57150"/>
            <a:ext cx="2543048" cy="4856125"/>
          </a:xfrm>
          <a:prstGeom prst="rect">
            <a:avLst/>
          </a:prstGeom>
          <a:noFill/>
          <a:ln>
            <a:noFill/>
          </a:ln>
        </p:spPr>
      </p:pic>
      <p:sp>
        <p:nvSpPr>
          <p:cNvPr id="66" name="Google Shape;66;p14"/>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with Large Photo">
  <p:cSld name="3_Placeholder">
    <p:spTree>
      <p:nvGrpSpPr>
        <p:cNvPr id="67" name="Shape 67"/>
        <p:cNvGrpSpPr/>
        <p:nvPr/>
      </p:nvGrpSpPr>
      <p:grpSpPr>
        <a:xfrm>
          <a:off x="0" y="0"/>
          <a:ext cx="0" cy="0"/>
          <a:chOff x="0" y="0"/>
          <a:chExt cx="0" cy="0"/>
        </a:xfrm>
      </p:grpSpPr>
      <p:sp>
        <p:nvSpPr>
          <p:cNvPr id="68" name="Google Shape;68;p15"/>
          <p:cNvSpPr txBox="1"/>
          <p:nvPr>
            <p:ph type="title"/>
          </p:nvPr>
        </p:nvSpPr>
        <p:spPr>
          <a:xfrm>
            <a:off x="509577" y="702469"/>
            <a:ext cx="22071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2700"/>
              <a:buFont typeface="Playfair Display"/>
              <a:buNone/>
              <a:defRPr i="0" sz="27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69" name="Google Shape;69;p15"/>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70" name="Google Shape;70;p15"/>
          <p:cNvSpPr txBox="1"/>
          <p:nvPr>
            <p:ph idx="2" type="body"/>
          </p:nvPr>
        </p:nvSpPr>
        <p:spPr>
          <a:xfrm>
            <a:off x="509575" y="1902650"/>
            <a:ext cx="2253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with Large Photo 1">
  <p:cSld name="3_Placeholder_1">
    <p:spTree>
      <p:nvGrpSpPr>
        <p:cNvPr id="71" name="Shape 71"/>
        <p:cNvGrpSpPr/>
        <p:nvPr/>
      </p:nvGrpSpPr>
      <p:grpSpPr>
        <a:xfrm>
          <a:off x="0" y="0"/>
          <a:ext cx="0" cy="0"/>
          <a:chOff x="0" y="0"/>
          <a:chExt cx="0" cy="0"/>
        </a:xfrm>
      </p:grpSpPr>
      <p:sp>
        <p:nvSpPr>
          <p:cNvPr id="72" name="Google Shape;72;p16"/>
          <p:cNvSpPr txBox="1"/>
          <p:nvPr>
            <p:ph type="title"/>
          </p:nvPr>
        </p:nvSpPr>
        <p:spPr>
          <a:xfrm>
            <a:off x="509577" y="702469"/>
            <a:ext cx="22071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2700"/>
              <a:buFont typeface="Playfair Display"/>
              <a:buNone/>
              <a:defRPr i="0" sz="27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73" name="Google Shape;73;p16"/>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74" name="Google Shape;74;p16"/>
          <p:cNvSpPr txBox="1"/>
          <p:nvPr>
            <p:ph idx="2" type="body"/>
          </p:nvPr>
        </p:nvSpPr>
        <p:spPr>
          <a:xfrm>
            <a:off x="509575" y="1902650"/>
            <a:ext cx="2253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5_Single Statistic">
  <p:cSld name="1_Placeholder">
    <p:spTree>
      <p:nvGrpSpPr>
        <p:cNvPr id="75" name="Shape 75"/>
        <p:cNvGrpSpPr/>
        <p:nvPr/>
      </p:nvGrpSpPr>
      <p:grpSpPr>
        <a:xfrm>
          <a:off x="0" y="0"/>
          <a:ext cx="0" cy="0"/>
          <a:chOff x="0" y="0"/>
          <a:chExt cx="0" cy="0"/>
        </a:xfrm>
      </p:grpSpPr>
      <p:sp>
        <p:nvSpPr>
          <p:cNvPr id="76" name="Google Shape;76;p17"/>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77" name="Google Shape;77;p17"/>
          <p:cNvSpPr txBox="1"/>
          <p:nvPr>
            <p:ph type="title"/>
          </p:nvPr>
        </p:nvSpPr>
        <p:spPr>
          <a:xfrm>
            <a:off x="454066" y="1824338"/>
            <a:ext cx="4305900" cy="1385100"/>
          </a:xfrm>
          <a:prstGeom prst="rect">
            <a:avLst/>
          </a:prstGeom>
        </p:spPr>
        <p:txBody>
          <a:bodyPr anchorCtr="0" anchor="t" bIns="34275" lIns="34275" spcFirstLastPara="1" rIns="34275" wrap="square" tIns="34275">
            <a:noAutofit/>
          </a:bodyPr>
          <a:lstStyle>
            <a:lvl1pPr lvl="0">
              <a:spcBef>
                <a:spcPts val="0"/>
              </a:spcBef>
              <a:spcAft>
                <a:spcPts val="0"/>
              </a:spcAft>
              <a:buNone/>
              <a:defRPr sz="9400">
                <a:solidFill>
                  <a:schemeClr val="accent1"/>
                </a:solidFill>
                <a:latin typeface="Roboto Light"/>
                <a:ea typeface="Roboto Light"/>
                <a:cs typeface="Roboto Light"/>
                <a:sym typeface="Roboto Light"/>
              </a:defRPr>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78" name="Google Shape;78;p17"/>
          <p:cNvSpPr txBox="1"/>
          <p:nvPr>
            <p:ph idx="2" type="subTitle"/>
          </p:nvPr>
        </p:nvSpPr>
        <p:spPr>
          <a:xfrm>
            <a:off x="454066" y="3127509"/>
            <a:ext cx="8353200" cy="715200"/>
          </a:xfrm>
          <a:prstGeom prst="rect">
            <a:avLst/>
          </a:prstGeom>
        </p:spPr>
        <p:txBody>
          <a:bodyPr anchorCtr="0" anchor="t" bIns="34275" lIns="34275" spcFirstLastPara="1" rIns="34275" wrap="square" tIns="34275">
            <a:noAutofit/>
          </a:bodyPr>
          <a:lstStyle>
            <a:lvl1pPr lvl="0">
              <a:spcBef>
                <a:spcPts val="700"/>
              </a:spcBef>
              <a:spcAft>
                <a:spcPts val="0"/>
              </a:spcAft>
              <a:buNone/>
              <a:defRPr sz="1800">
                <a:latin typeface="Roboto Light"/>
                <a:ea typeface="Roboto Light"/>
                <a:cs typeface="Roboto Light"/>
                <a:sym typeface="Roboto Light"/>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79" name="Google Shape;79;p17"/>
          <p:cNvSpPr txBox="1"/>
          <p:nvPr>
            <p:ph idx="3" type="subTitle"/>
          </p:nvPr>
        </p:nvSpPr>
        <p:spPr>
          <a:xfrm>
            <a:off x="4838166" y="1824350"/>
            <a:ext cx="3866400" cy="11745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80" name="Google Shape;80;p17"/>
          <p:cNvSpPr txBox="1"/>
          <p:nvPr>
            <p:ph idx="4" type="title"/>
          </p:nvPr>
        </p:nvSpPr>
        <p:spPr>
          <a:xfrm>
            <a:off x="509577" y="837514"/>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5_Multiple Statistics">
  <p:cSld name="1_Placeholder_1">
    <p:spTree>
      <p:nvGrpSpPr>
        <p:cNvPr id="81" name="Shape 81"/>
        <p:cNvGrpSpPr/>
        <p:nvPr/>
      </p:nvGrpSpPr>
      <p:grpSpPr>
        <a:xfrm>
          <a:off x="0" y="0"/>
          <a:ext cx="0" cy="0"/>
          <a:chOff x="0" y="0"/>
          <a:chExt cx="0" cy="0"/>
        </a:xfrm>
      </p:grpSpPr>
      <p:sp>
        <p:nvSpPr>
          <p:cNvPr id="82" name="Google Shape;82;p18"/>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83" name="Google Shape;83;p18"/>
          <p:cNvSpPr txBox="1"/>
          <p:nvPr>
            <p:ph type="title"/>
          </p:nvPr>
        </p:nvSpPr>
        <p:spPr>
          <a:xfrm>
            <a:off x="454066" y="759488"/>
            <a:ext cx="4305900" cy="1385100"/>
          </a:xfrm>
          <a:prstGeom prst="rect">
            <a:avLst/>
          </a:prstGeom>
        </p:spPr>
        <p:txBody>
          <a:bodyPr anchorCtr="0" anchor="t" bIns="34275" lIns="34275" spcFirstLastPara="1" rIns="34275" wrap="square" tIns="34275">
            <a:noAutofit/>
          </a:bodyPr>
          <a:lstStyle>
            <a:lvl1pPr lvl="0">
              <a:spcBef>
                <a:spcPts val="0"/>
              </a:spcBef>
              <a:spcAft>
                <a:spcPts val="0"/>
              </a:spcAft>
              <a:buNone/>
              <a:defRPr sz="7500">
                <a:solidFill>
                  <a:schemeClr val="accent1"/>
                </a:solidFill>
                <a:latin typeface="Roboto Light"/>
                <a:ea typeface="Roboto Light"/>
                <a:cs typeface="Roboto Light"/>
                <a:sym typeface="Roboto Light"/>
              </a:defRPr>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84" name="Google Shape;84;p18"/>
          <p:cNvSpPr txBox="1"/>
          <p:nvPr>
            <p:ph idx="2" type="subTitle"/>
          </p:nvPr>
        </p:nvSpPr>
        <p:spPr>
          <a:xfrm>
            <a:off x="4759893" y="759488"/>
            <a:ext cx="4008300" cy="11745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lnSpc>
                <a:spcPct val="115000"/>
              </a:lnSpc>
              <a:spcBef>
                <a:spcPts val="700"/>
              </a:spcBef>
              <a:spcAft>
                <a:spcPts val="0"/>
              </a:spcAft>
              <a:buNone/>
              <a:defRPr/>
            </a:lvl2pPr>
            <a:lvl3pPr lvl="2">
              <a:lnSpc>
                <a:spcPct val="115000"/>
              </a:lnSpc>
              <a:spcBef>
                <a:spcPts val="700"/>
              </a:spcBef>
              <a:spcAft>
                <a:spcPts val="0"/>
              </a:spcAft>
              <a:buNone/>
              <a:defRPr/>
            </a:lvl3pPr>
            <a:lvl4pPr lvl="3">
              <a:lnSpc>
                <a:spcPct val="115000"/>
              </a:lnSpc>
              <a:spcBef>
                <a:spcPts val="700"/>
              </a:spcBef>
              <a:spcAft>
                <a:spcPts val="0"/>
              </a:spcAft>
              <a:buNone/>
              <a:defRPr/>
            </a:lvl4pPr>
            <a:lvl5pPr lvl="4">
              <a:lnSpc>
                <a:spcPct val="115000"/>
              </a:lnSpc>
              <a:spcBef>
                <a:spcPts val="700"/>
              </a:spcBef>
              <a:spcAft>
                <a:spcPts val="0"/>
              </a:spcAft>
              <a:buNone/>
              <a:defRPr/>
            </a:lvl5pPr>
            <a:lvl6pPr lvl="5">
              <a:lnSpc>
                <a:spcPct val="115000"/>
              </a:lnSpc>
              <a:spcBef>
                <a:spcPts val="700"/>
              </a:spcBef>
              <a:spcAft>
                <a:spcPts val="0"/>
              </a:spcAft>
              <a:buNone/>
              <a:defRPr/>
            </a:lvl6pPr>
            <a:lvl7pPr lvl="6">
              <a:lnSpc>
                <a:spcPct val="115000"/>
              </a:lnSpc>
              <a:spcBef>
                <a:spcPts val="700"/>
              </a:spcBef>
              <a:spcAft>
                <a:spcPts val="0"/>
              </a:spcAft>
              <a:buNone/>
              <a:defRPr/>
            </a:lvl7pPr>
            <a:lvl8pPr lvl="7">
              <a:lnSpc>
                <a:spcPct val="115000"/>
              </a:lnSpc>
              <a:spcBef>
                <a:spcPts val="700"/>
              </a:spcBef>
              <a:spcAft>
                <a:spcPts val="0"/>
              </a:spcAft>
              <a:buNone/>
              <a:defRPr/>
            </a:lvl8pPr>
            <a:lvl9pPr lvl="8">
              <a:lnSpc>
                <a:spcPct val="115000"/>
              </a:lnSpc>
              <a:spcBef>
                <a:spcPts val="700"/>
              </a:spcBef>
              <a:spcAft>
                <a:spcPts val="0"/>
              </a:spcAft>
              <a:buNone/>
              <a:defRPr/>
            </a:lvl9pPr>
          </a:lstStyle>
          <a:p/>
        </p:txBody>
      </p:sp>
      <p:sp>
        <p:nvSpPr>
          <p:cNvPr id="85" name="Google Shape;85;p18"/>
          <p:cNvSpPr txBox="1"/>
          <p:nvPr>
            <p:ph idx="3" type="title"/>
          </p:nvPr>
        </p:nvSpPr>
        <p:spPr>
          <a:xfrm>
            <a:off x="454066" y="2037533"/>
            <a:ext cx="4305900" cy="1385100"/>
          </a:xfrm>
          <a:prstGeom prst="rect">
            <a:avLst/>
          </a:prstGeom>
        </p:spPr>
        <p:txBody>
          <a:bodyPr anchorCtr="0" anchor="t" bIns="34275" lIns="34275" spcFirstLastPara="1" rIns="34275" wrap="square" tIns="34275">
            <a:noAutofit/>
          </a:bodyPr>
          <a:lstStyle>
            <a:lvl1pPr lvl="0">
              <a:spcBef>
                <a:spcPts val="0"/>
              </a:spcBef>
              <a:spcAft>
                <a:spcPts val="0"/>
              </a:spcAft>
              <a:buNone/>
              <a:defRPr sz="7500">
                <a:solidFill>
                  <a:schemeClr val="accent5"/>
                </a:solidFill>
                <a:latin typeface="Roboto Light"/>
                <a:ea typeface="Roboto Light"/>
                <a:cs typeface="Roboto Light"/>
                <a:sym typeface="Roboto Light"/>
              </a:defRPr>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86" name="Google Shape;86;p18"/>
          <p:cNvSpPr txBox="1"/>
          <p:nvPr>
            <p:ph idx="4" type="subTitle"/>
          </p:nvPr>
        </p:nvSpPr>
        <p:spPr>
          <a:xfrm>
            <a:off x="4759893" y="2037533"/>
            <a:ext cx="4008300" cy="11745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lnSpc>
                <a:spcPct val="115000"/>
              </a:lnSpc>
              <a:spcBef>
                <a:spcPts val="700"/>
              </a:spcBef>
              <a:spcAft>
                <a:spcPts val="0"/>
              </a:spcAft>
              <a:buNone/>
              <a:defRPr/>
            </a:lvl2pPr>
            <a:lvl3pPr lvl="2">
              <a:lnSpc>
                <a:spcPct val="115000"/>
              </a:lnSpc>
              <a:spcBef>
                <a:spcPts val="700"/>
              </a:spcBef>
              <a:spcAft>
                <a:spcPts val="0"/>
              </a:spcAft>
              <a:buNone/>
              <a:defRPr/>
            </a:lvl3pPr>
            <a:lvl4pPr lvl="3">
              <a:lnSpc>
                <a:spcPct val="115000"/>
              </a:lnSpc>
              <a:spcBef>
                <a:spcPts val="700"/>
              </a:spcBef>
              <a:spcAft>
                <a:spcPts val="0"/>
              </a:spcAft>
              <a:buNone/>
              <a:defRPr/>
            </a:lvl4pPr>
            <a:lvl5pPr lvl="4">
              <a:lnSpc>
                <a:spcPct val="115000"/>
              </a:lnSpc>
              <a:spcBef>
                <a:spcPts val="700"/>
              </a:spcBef>
              <a:spcAft>
                <a:spcPts val="0"/>
              </a:spcAft>
              <a:buNone/>
              <a:defRPr/>
            </a:lvl5pPr>
            <a:lvl6pPr lvl="5">
              <a:lnSpc>
                <a:spcPct val="115000"/>
              </a:lnSpc>
              <a:spcBef>
                <a:spcPts val="700"/>
              </a:spcBef>
              <a:spcAft>
                <a:spcPts val="0"/>
              </a:spcAft>
              <a:buNone/>
              <a:defRPr/>
            </a:lvl6pPr>
            <a:lvl7pPr lvl="6">
              <a:lnSpc>
                <a:spcPct val="115000"/>
              </a:lnSpc>
              <a:spcBef>
                <a:spcPts val="700"/>
              </a:spcBef>
              <a:spcAft>
                <a:spcPts val="0"/>
              </a:spcAft>
              <a:buNone/>
              <a:defRPr/>
            </a:lvl7pPr>
            <a:lvl8pPr lvl="7">
              <a:lnSpc>
                <a:spcPct val="115000"/>
              </a:lnSpc>
              <a:spcBef>
                <a:spcPts val="700"/>
              </a:spcBef>
              <a:spcAft>
                <a:spcPts val="0"/>
              </a:spcAft>
              <a:buNone/>
              <a:defRPr/>
            </a:lvl8pPr>
            <a:lvl9pPr lvl="8">
              <a:lnSpc>
                <a:spcPct val="115000"/>
              </a:lnSpc>
              <a:spcBef>
                <a:spcPts val="700"/>
              </a:spcBef>
              <a:spcAft>
                <a:spcPts val="0"/>
              </a:spcAft>
              <a:buNone/>
              <a:defRPr/>
            </a:lvl9pPr>
          </a:lstStyle>
          <a:p/>
        </p:txBody>
      </p:sp>
      <p:sp>
        <p:nvSpPr>
          <p:cNvPr id="87" name="Google Shape;87;p18"/>
          <p:cNvSpPr txBox="1"/>
          <p:nvPr>
            <p:ph idx="5" type="title"/>
          </p:nvPr>
        </p:nvSpPr>
        <p:spPr>
          <a:xfrm>
            <a:off x="454066" y="3437708"/>
            <a:ext cx="4305900" cy="1385100"/>
          </a:xfrm>
          <a:prstGeom prst="rect">
            <a:avLst/>
          </a:prstGeom>
        </p:spPr>
        <p:txBody>
          <a:bodyPr anchorCtr="0" anchor="t" bIns="34275" lIns="34275" spcFirstLastPara="1" rIns="34275" wrap="square" tIns="34275">
            <a:noAutofit/>
          </a:bodyPr>
          <a:lstStyle>
            <a:lvl1pPr lvl="0">
              <a:spcBef>
                <a:spcPts val="0"/>
              </a:spcBef>
              <a:spcAft>
                <a:spcPts val="0"/>
              </a:spcAft>
              <a:buNone/>
              <a:defRPr sz="7500">
                <a:solidFill>
                  <a:schemeClr val="accent6"/>
                </a:solidFill>
                <a:latin typeface="Roboto Light"/>
                <a:ea typeface="Roboto Light"/>
                <a:cs typeface="Roboto Light"/>
                <a:sym typeface="Roboto Light"/>
              </a:defRPr>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88" name="Google Shape;88;p18"/>
          <p:cNvSpPr txBox="1"/>
          <p:nvPr>
            <p:ph idx="6" type="subTitle"/>
          </p:nvPr>
        </p:nvSpPr>
        <p:spPr>
          <a:xfrm>
            <a:off x="4759893" y="3437709"/>
            <a:ext cx="4008300" cy="11745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lnSpc>
                <a:spcPct val="115000"/>
              </a:lnSpc>
              <a:spcBef>
                <a:spcPts val="700"/>
              </a:spcBef>
              <a:spcAft>
                <a:spcPts val="0"/>
              </a:spcAft>
              <a:buNone/>
              <a:defRPr/>
            </a:lvl2pPr>
            <a:lvl3pPr lvl="2">
              <a:lnSpc>
                <a:spcPct val="115000"/>
              </a:lnSpc>
              <a:spcBef>
                <a:spcPts val="700"/>
              </a:spcBef>
              <a:spcAft>
                <a:spcPts val="0"/>
              </a:spcAft>
              <a:buNone/>
              <a:defRPr/>
            </a:lvl3pPr>
            <a:lvl4pPr lvl="3">
              <a:lnSpc>
                <a:spcPct val="115000"/>
              </a:lnSpc>
              <a:spcBef>
                <a:spcPts val="700"/>
              </a:spcBef>
              <a:spcAft>
                <a:spcPts val="0"/>
              </a:spcAft>
              <a:buNone/>
              <a:defRPr/>
            </a:lvl4pPr>
            <a:lvl5pPr lvl="4">
              <a:lnSpc>
                <a:spcPct val="115000"/>
              </a:lnSpc>
              <a:spcBef>
                <a:spcPts val="700"/>
              </a:spcBef>
              <a:spcAft>
                <a:spcPts val="0"/>
              </a:spcAft>
              <a:buNone/>
              <a:defRPr/>
            </a:lvl5pPr>
            <a:lvl6pPr lvl="5">
              <a:lnSpc>
                <a:spcPct val="115000"/>
              </a:lnSpc>
              <a:spcBef>
                <a:spcPts val="700"/>
              </a:spcBef>
              <a:spcAft>
                <a:spcPts val="0"/>
              </a:spcAft>
              <a:buNone/>
              <a:defRPr/>
            </a:lvl6pPr>
            <a:lvl7pPr lvl="6">
              <a:lnSpc>
                <a:spcPct val="115000"/>
              </a:lnSpc>
              <a:spcBef>
                <a:spcPts val="700"/>
              </a:spcBef>
              <a:spcAft>
                <a:spcPts val="0"/>
              </a:spcAft>
              <a:buNone/>
              <a:defRPr/>
            </a:lvl7pPr>
            <a:lvl8pPr lvl="7">
              <a:lnSpc>
                <a:spcPct val="115000"/>
              </a:lnSpc>
              <a:spcBef>
                <a:spcPts val="700"/>
              </a:spcBef>
              <a:spcAft>
                <a:spcPts val="0"/>
              </a:spcAft>
              <a:buNone/>
              <a:defRPr/>
            </a:lvl8pPr>
            <a:lvl9pPr lvl="8">
              <a:lnSpc>
                <a:spcPct val="115000"/>
              </a:lnSpc>
              <a:spcBef>
                <a:spcPts val="700"/>
              </a:spcBef>
              <a:spcAft>
                <a:spcPts val="0"/>
              </a:spcAft>
              <a:buNone/>
              <a:defRPr/>
            </a:lvl9pPr>
          </a:lstStyle>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5_Quote">
  <p:cSld name="CUSTOM">
    <p:spTree>
      <p:nvGrpSpPr>
        <p:cNvPr id="89" name="Shape 89"/>
        <p:cNvGrpSpPr/>
        <p:nvPr/>
      </p:nvGrpSpPr>
      <p:grpSpPr>
        <a:xfrm>
          <a:off x="0" y="0"/>
          <a:ext cx="0" cy="0"/>
          <a:chOff x="0" y="0"/>
          <a:chExt cx="0" cy="0"/>
        </a:xfrm>
      </p:grpSpPr>
      <p:sp>
        <p:nvSpPr>
          <p:cNvPr id="90" name="Google Shape;90;p19"/>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91" name="Google Shape;91;p19"/>
          <p:cNvSpPr/>
          <p:nvPr/>
        </p:nvSpPr>
        <p:spPr>
          <a:xfrm>
            <a:off x="5748887" y="1561152"/>
            <a:ext cx="1718100" cy="219300"/>
          </a:xfrm>
          <a:prstGeom prst="rect">
            <a:avLst/>
          </a:prstGeom>
          <a:solidFill>
            <a:srgbClr val="738D33"/>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sp>
        <p:nvSpPr>
          <p:cNvPr id="92" name="Google Shape;92;p19"/>
          <p:cNvSpPr/>
          <p:nvPr/>
        </p:nvSpPr>
        <p:spPr>
          <a:xfrm>
            <a:off x="7467434" y="1561152"/>
            <a:ext cx="1718100" cy="219300"/>
          </a:xfrm>
          <a:prstGeom prst="rect">
            <a:avLst/>
          </a:prstGeom>
          <a:solidFill>
            <a:srgbClr val="625578"/>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sp>
        <p:nvSpPr>
          <p:cNvPr id="93" name="Google Shape;93;p19"/>
          <p:cNvSpPr/>
          <p:nvPr/>
        </p:nvSpPr>
        <p:spPr>
          <a:xfrm>
            <a:off x="0" y="1561152"/>
            <a:ext cx="1718100" cy="219300"/>
          </a:xfrm>
          <a:prstGeom prst="rect">
            <a:avLst/>
          </a:prstGeom>
          <a:solidFill>
            <a:srgbClr val="FFB600"/>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sp>
        <p:nvSpPr>
          <p:cNvPr id="94" name="Google Shape;94;p19"/>
          <p:cNvSpPr/>
          <p:nvPr/>
        </p:nvSpPr>
        <p:spPr>
          <a:xfrm>
            <a:off x="1718076" y="1561152"/>
            <a:ext cx="1718100" cy="219300"/>
          </a:xfrm>
          <a:prstGeom prst="rect">
            <a:avLst/>
          </a:prstGeom>
          <a:solidFill>
            <a:srgbClr val="498DA0"/>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sp>
        <p:nvSpPr>
          <p:cNvPr id="95" name="Google Shape;95;p19"/>
          <p:cNvSpPr txBox="1"/>
          <p:nvPr/>
        </p:nvSpPr>
        <p:spPr>
          <a:xfrm>
            <a:off x="3589051" y="975950"/>
            <a:ext cx="1965900" cy="875400"/>
          </a:xfrm>
          <a:prstGeom prst="rect">
            <a:avLst/>
          </a:prstGeom>
          <a:noFill/>
          <a:ln>
            <a:noFill/>
          </a:ln>
        </p:spPr>
        <p:txBody>
          <a:bodyPr anchorCtr="0" anchor="t" bIns="34275" lIns="34275" spcFirstLastPara="1" rIns="34275" wrap="square" tIns="34275">
            <a:noAutofit/>
          </a:bodyPr>
          <a:lstStyle/>
          <a:p>
            <a:pPr indent="0" lvl="0" marL="0" rtl="0" algn="ctr">
              <a:spcBef>
                <a:spcPts val="0"/>
              </a:spcBef>
              <a:spcAft>
                <a:spcPts val="0"/>
              </a:spcAft>
              <a:buNone/>
            </a:pPr>
            <a:r>
              <a:rPr b="1" lang="en" sz="12000">
                <a:solidFill>
                  <a:srgbClr val="818387"/>
                </a:solidFill>
              </a:rPr>
              <a:t>“</a:t>
            </a:r>
            <a:endParaRPr b="1" sz="12000">
              <a:solidFill>
                <a:srgbClr val="818387"/>
              </a:solidFill>
            </a:endParaRPr>
          </a:p>
        </p:txBody>
      </p:sp>
      <p:sp>
        <p:nvSpPr>
          <p:cNvPr id="96" name="Google Shape;96;p19"/>
          <p:cNvSpPr txBox="1"/>
          <p:nvPr>
            <p:ph type="title"/>
          </p:nvPr>
        </p:nvSpPr>
        <p:spPr>
          <a:xfrm>
            <a:off x="1682308" y="2130769"/>
            <a:ext cx="5779500" cy="1962600"/>
          </a:xfrm>
          <a:prstGeom prst="rect">
            <a:avLst/>
          </a:prstGeom>
        </p:spPr>
        <p:txBody>
          <a:bodyPr anchorCtr="0" anchor="t" bIns="34275" lIns="34275" spcFirstLastPara="1" rIns="34275" wrap="square" tIns="34275">
            <a:noAutofit/>
          </a:bodyPr>
          <a:lstStyle>
            <a:lvl1pPr lvl="0" algn="ctr">
              <a:spcBef>
                <a:spcPts val="0"/>
              </a:spcBef>
              <a:spcAft>
                <a:spcPts val="0"/>
              </a:spcAft>
              <a:buNone/>
              <a:defRPr sz="4500"/>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97" name="Google Shape;97;p19"/>
          <p:cNvSpPr txBox="1"/>
          <p:nvPr>
            <p:ph idx="2" type="subTitle"/>
          </p:nvPr>
        </p:nvSpPr>
        <p:spPr>
          <a:xfrm>
            <a:off x="3300470" y="3999056"/>
            <a:ext cx="2543100" cy="384600"/>
          </a:xfrm>
          <a:prstGeom prst="rect">
            <a:avLst/>
          </a:prstGeom>
        </p:spPr>
        <p:txBody>
          <a:bodyPr anchorCtr="0" anchor="t" bIns="34275" lIns="34275" spcFirstLastPara="1" rIns="34275" wrap="square" tIns="34275">
            <a:noAutofit/>
          </a:bodyPr>
          <a:lstStyle>
            <a:lvl1pPr lvl="0" algn="ctr">
              <a:spcBef>
                <a:spcPts val="700"/>
              </a:spcBef>
              <a:spcAft>
                <a:spcPts val="0"/>
              </a:spcAft>
              <a:buNone/>
              <a:defRPr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3_Title Slide" showMasterSp="0">
  <p:cSld name="13_Title Slide">
    <p:spTree>
      <p:nvGrpSpPr>
        <p:cNvPr id="98" name="Shape 98"/>
        <p:cNvGrpSpPr/>
        <p:nvPr/>
      </p:nvGrpSpPr>
      <p:grpSpPr>
        <a:xfrm>
          <a:off x="0" y="0"/>
          <a:ext cx="0" cy="0"/>
          <a:chOff x="0" y="0"/>
          <a:chExt cx="0" cy="0"/>
        </a:xfrm>
      </p:grpSpPr>
      <p:sp>
        <p:nvSpPr>
          <p:cNvPr id="99" name="Google Shape;99;p20"/>
          <p:cNvSpPr/>
          <p:nvPr>
            <p:ph idx="2" type="pic"/>
          </p:nvPr>
        </p:nvSpPr>
        <p:spPr>
          <a:xfrm>
            <a:off x="192505" y="514350"/>
            <a:ext cx="1600200" cy="4629300"/>
          </a:xfrm>
          <a:prstGeom prst="rect">
            <a:avLst/>
          </a:prstGeom>
          <a:noFill/>
          <a:ln>
            <a:noFill/>
          </a:ln>
        </p:spPr>
      </p:sp>
      <p:sp>
        <p:nvSpPr>
          <p:cNvPr id="100" name="Google Shape;100;p20"/>
          <p:cNvSpPr/>
          <p:nvPr>
            <p:ph idx="3" type="pic"/>
          </p:nvPr>
        </p:nvSpPr>
        <p:spPr>
          <a:xfrm>
            <a:off x="1997242" y="0"/>
            <a:ext cx="1600200" cy="4629300"/>
          </a:xfrm>
          <a:prstGeom prst="rect">
            <a:avLst/>
          </a:prstGeom>
          <a:noFill/>
          <a:ln>
            <a:noFill/>
          </a:ln>
        </p:spPr>
      </p:sp>
      <p:sp>
        <p:nvSpPr>
          <p:cNvPr id="101" name="Google Shape;101;p20"/>
          <p:cNvSpPr/>
          <p:nvPr>
            <p:ph idx="4" type="pic"/>
          </p:nvPr>
        </p:nvSpPr>
        <p:spPr>
          <a:xfrm>
            <a:off x="3801980" y="514350"/>
            <a:ext cx="1600200" cy="4629300"/>
          </a:xfrm>
          <a:prstGeom prst="rect">
            <a:avLst/>
          </a:prstGeom>
          <a:noFill/>
          <a:ln>
            <a:noFill/>
          </a:ln>
        </p:spPr>
      </p:sp>
      <p:sp>
        <p:nvSpPr>
          <p:cNvPr id="102" name="Google Shape;102;p20"/>
          <p:cNvSpPr/>
          <p:nvPr>
            <p:ph idx="5" type="pic"/>
          </p:nvPr>
        </p:nvSpPr>
        <p:spPr>
          <a:xfrm>
            <a:off x="5606716" y="0"/>
            <a:ext cx="1600200" cy="4629300"/>
          </a:xfrm>
          <a:prstGeom prst="rect">
            <a:avLst/>
          </a:prstGeom>
          <a:noFill/>
          <a:ln>
            <a:noFill/>
          </a:ln>
        </p:spPr>
      </p:sp>
      <p:sp>
        <p:nvSpPr>
          <p:cNvPr id="103" name="Google Shape;103;p20"/>
          <p:cNvSpPr/>
          <p:nvPr>
            <p:ph idx="6" type="pic"/>
          </p:nvPr>
        </p:nvSpPr>
        <p:spPr>
          <a:xfrm>
            <a:off x="7411453" y="514350"/>
            <a:ext cx="1600200" cy="4629300"/>
          </a:xfrm>
          <a:prstGeom prst="rect">
            <a:avLst/>
          </a:prstGeom>
          <a:noFill/>
          <a:ln>
            <a:noFill/>
          </a:ln>
        </p:spPr>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Cover Page 1">
  <p:cSld name="1_Cover Page">
    <p:spTree>
      <p:nvGrpSpPr>
        <p:cNvPr id="104" name="Shape 104"/>
        <p:cNvGrpSpPr/>
        <p:nvPr/>
      </p:nvGrpSpPr>
      <p:grpSpPr>
        <a:xfrm>
          <a:off x="0" y="0"/>
          <a:ext cx="0" cy="0"/>
          <a:chOff x="0" y="0"/>
          <a:chExt cx="0" cy="0"/>
        </a:xfrm>
      </p:grpSpPr>
      <p:sp>
        <p:nvSpPr>
          <p:cNvPr id="105" name="Google Shape;105;p21"/>
          <p:cNvSpPr/>
          <p:nvPr/>
        </p:nvSpPr>
        <p:spPr>
          <a:xfrm>
            <a:off x="-53437" y="3390300"/>
            <a:ext cx="9197400" cy="1753200"/>
          </a:xfrm>
          <a:prstGeom prst="rect">
            <a:avLst/>
          </a:prstGeom>
          <a:solidFill>
            <a:srgbClr val="FFFFFF"/>
          </a:solidFill>
          <a:ln>
            <a:noFill/>
          </a:ln>
        </p:spPr>
        <p:txBody>
          <a:bodyPr anchorCtr="0" anchor="ctr" bIns="34275" lIns="34275" spcFirstLastPara="1" rIns="34275" wrap="square" tIns="34275">
            <a:noAutofit/>
          </a:bodyPr>
          <a:lstStyle/>
          <a:p>
            <a:pPr indent="0" lvl="0" marL="0" marR="0" rtl="0" algn="l">
              <a:lnSpc>
                <a:spcPct val="100000"/>
              </a:lnSpc>
              <a:spcBef>
                <a:spcPts val="0"/>
              </a:spcBef>
              <a:spcAft>
                <a:spcPts val="0"/>
              </a:spcAft>
              <a:buClr>
                <a:srgbClr val="000000"/>
              </a:buClr>
              <a:buSzPts val="1100"/>
              <a:buFont typeface="Arial"/>
              <a:buNone/>
            </a:pPr>
            <a:r>
              <a:t/>
            </a:r>
            <a:endParaRPr b="0" i="0" sz="1400" u="none" cap="none" strike="noStrike">
              <a:solidFill>
                <a:srgbClr val="000000"/>
              </a:solidFill>
              <a:latin typeface="Arial"/>
              <a:ea typeface="Arial"/>
              <a:cs typeface="Arial"/>
              <a:sym typeface="Arial"/>
            </a:endParaRPr>
          </a:p>
        </p:txBody>
      </p:sp>
      <p:pic>
        <p:nvPicPr>
          <p:cNvPr id="106" name="Google Shape;106;p21"/>
          <p:cNvPicPr preferRelativeResize="0"/>
          <p:nvPr/>
        </p:nvPicPr>
        <p:blipFill rotWithShape="1">
          <a:blip r:embed="rId2">
            <a:alphaModFix/>
          </a:blip>
          <a:srcRect b="13732" l="0" r="-563" t="43844"/>
          <a:stretch/>
        </p:blipFill>
        <p:spPr>
          <a:xfrm>
            <a:off x="-53437" y="-70462"/>
            <a:ext cx="9250875" cy="3460759"/>
          </a:xfrm>
          <a:prstGeom prst="rect">
            <a:avLst/>
          </a:prstGeom>
          <a:noFill/>
          <a:ln>
            <a:noFill/>
          </a:ln>
        </p:spPr>
      </p:pic>
      <p:sp>
        <p:nvSpPr>
          <p:cNvPr id="107" name="Google Shape;107;p21"/>
          <p:cNvSpPr txBox="1"/>
          <p:nvPr>
            <p:ph type="title"/>
          </p:nvPr>
        </p:nvSpPr>
        <p:spPr>
          <a:xfrm>
            <a:off x="493923" y="976378"/>
            <a:ext cx="8005800" cy="1824300"/>
          </a:xfrm>
          <a:prstGeom prst="rect">
            <a:avLst/>
          </a:prstGeom>
          <a:noFill/>
          <a:ln>
            <a:noFill/>
          </a:ln>
        </p:spPr>
        <p:txBody>
          <a:bodyPr anchorCtr="0" anchor="ctr" bIns="25700" lIns="25700" spcFirstLastPara="1" rIns="25700" wrap="square" tIns="25700">
            <a:normAutofit/>
          </a:bodyPr>
          <a:lstStyle>
            <a:lvl1pPr lvl="0" marR="0" algn="l">
              <a:lnSpc>
                <a:spcPct val="90000"/>
              </a:lnSpc>
              <a:spcBef>
                <a:spcPts val="0"/>
              </a:spcBef>
              <a:spcAft>
                <a:spcPts val="0"/>
              </a:spcAft>
              <a:buClr>
                <a:srgbClr val="FFFFFF"/>
              </a:buClr>
              <a:buSzPts val="2700"/>
              <a:buFont typeface="Playfair Display"/>
              <a:buNone/>
              <a:defRPr i="0" sz="3600" u="none" cap="none" strike="noStrike">
                <a:solidFill>
                  <a:srgbClr val="FFFFFF"/>
                </a:solidFill>
                <a:latin typeface="Playfair Display"/>
                <a:ea typeface="Playfair Display"/>
                <a:cs typeface="Playfair Display"/>
                <a:sym typeface="Playfair Display"/>
              </a:defRPr>
            </a:lvl1pPr>
            <a:lvl2pPr lvl="1" algn="l">
              <a:lnSpc>
                <a:spcPct val="100000"/>
              </a:lnSpc>
              <a:spcBef>
                <a:spcPts val="0"/>
              </a:spcBef>
              <a:spcAft>
                <a:spcPts val="0"/>
              </a:spcAft>
              <a:buSzPts val="500"/>
              <a:buFont typeface="Arial"/>
              <a:buNone/>
              <a:defRPr sz="700"/>
            </a:lvl2pPr>
            <a:lvl3pPr lvl="2" algn="l">
              <a:lnSpc>
                <a:spcPct val="100000"/>
              </a:lnSpc>
              <a:spcBef>
                <a:spcPts val="0"/>
              </a:spcBef>
              <a:spcAft>
                <a:spcPts val="0"/>
              </a:spcAft>
              <a:buSzPts val="500"/>
              <a:buFont typeface="Arial"/>
              <a:buNone/>
              <a:defRPr sz="700"/>
            </a:lvl3pPr>
            <a:lvl4pPr lvl="3" algn="l">
              <a:lnSpc>
                <a:spcPct val="100000"/>
              </a:lnSpc>
              <a:spcBef>
                <a:spcPts val="0"/>
              </a:spcBef>
              <a:spcAft>
                <a:spcPts val="0"/>
              </a:spcAft>
              <a:buSzPts val="500"/>
              <a:buFont typeface="Arial"/>
              <a:buNone/>
              <a:defRPr sz="700"/>
            </a:lvl4pPr>
            <a:lvl5pPr lvl="4" algn="l">
              <a:lnSpc>
                <a:spcPct val="100000"/>
              </a:lnSpc>
              <a:spcBef>
                <a:spcPts val="0"/>
              </a:spcBef>
              <a:spcAft>
                <a:spcPts val="0"/>
              </a:spcAft>
              <a:buSzPts val="500"/>
              <a:buFont typeface="Arial"/>
              <a:buNone/>
              <a:defRPr sz="700"/>
            </a:lvl5pPr>
            <a:lvl6pPr lvl="5" algn="l">
              <a:lnSpc>
                <a:spcPct val="100000"/>
              </a:lnSpc>
              <a:spcBef>
                <a:spcPts val="0"/>
              </a:spcBef>
              <a:spcAft>
                <a:spcPts val="0"/>
              </a:spcAft>
              <a:buSzPts val="500"/>
              <a:buFont typeface="Arial"/>
              <a:buNone/>
              <a:defRPr sz="700"/>
            </a:lvl6pPr>
            <a:lvl7pPr lvl="6" algn="l">
              <a:lnSpc>
                <a:spcPct val="100000"/>
              </a:lnSpc>
              <a:spcBef>
                <a:spcPts val="0"/>
              </a:spcBef>
              <a:spcAft>
                <a:spcPts val="0"/>
              </a:spcAft>
              <a:buSzPts val="500"/>
              <a:buFont typeface="Arial"/>
              <a:buNone/>
              <a:defRPr sz="700"/>
            </a:lvl7pPr>
            <a:lvl8pPr lvl="7" algn="l">
              <a:lnSpc>
                <a:spcPct val="100000"/>
              </a:lnSpc>
              <a:spcBef>
                <a:spcPts val="0"/>
              </a:spcBef>
              <a:spcAft>
                <a:spcPts val="0"/>
              </a:spcAft>
              <a:buSzPts val="500"/>
              <a:buFont typeface="Arial"/>
              <a:buNone/>
              <a:defRPr sz="700"/>
            </a:lvl8pPr>
            <a:lvl9pPr lvl="8" algn="l">
              <a:lnSpc>
                <a:spcPct val="100000"/>
              </a:lnSpc>
              <a:spcBef>
                <a:spcPts val="0"/>
              </a:spcBef>
              <a:spcAft>
                <a:spcPts val="0"/>
              </a:spcAft>
              <a:buSzPts val="500"/>
              <a:buFont typeface="Arial"/>
              <a:buNone/>
              <a:defRPr sz="700"/>
            </a:lvl9pPr>
          </a:lstStyle>
          <a:p/>
        </p:txBody>
      </p:sp>
      <p:sp>
        <p:nvSpPr>
          <p:cNvPr id="108" name="Google Shape;108;p21"/>
          <p:cNvSpPr txBox="1"/>
          <p:nvPr>
            <p:ph idx="1" type="subTitle"/>
          </p:nvPr>
        </p:nvSpPr>
        <p:spPr>
          <a:xfrm>
            <a:off x="493926" y="3549825"/>
            <a:ext cx="7661100" cy="970800"/>
          </a:xfrm>
          <a:prstGeom prst="rect">
            <a:avLst/>
          </a:prstGeom>
          <a:noFill/>
          <a:ln>
            <a:noFill/>
          </a:ln>
        </p:spPr>
        <p:txBody>
          <a:bodyPr anchorCtr="0" anchor="t" bIns="68575" lIns="68575" spcFirstLastPara="1" rIns="68575" wrap="square" tIns="68575">
            <a:normAutofit/>
          </a:bodyPr>
          <a:lstStyle>
            <a:lvl1pPr lvl="0" algn="l">
              <a:lnSpc>
                <a:spcPct val="115000"/>
              </a:lnSpc>
              <a:spcBef>
                <a:spcPts val="0"/>
              </a:spcBef>
              <a:spcAft>
                <a:spcPts val="0"/>
              </a:spcAft>
              <a:buClr>
                <a:schemeClr val="dk1"/>
              </a:buClr>
              <a:buSzPts val="1400"/>
              <a:buNone/>
              <a:defRPr>
                <a:solidFill>
                  <a:schemeClr val="dk1"/>
                </a:solidFill>
              </a:defRPr>
            </a:lvl1pPr>
            <a:lvl2pPr lvl="1" algn="l">
              <a:lnSpc>
                <a:spcPct val="115000"/>
              </a:lnSpc>
              <a:spcBef>
                <a:spcPts val="1200"/>
              </a:spcBef>
              <a:spcAft>
                <a:spcPts val="0"/>
              </a:spcAft>
              <a:buClr>
                <a:schemeClr val="dk1"/>
              </a:buClr>
              <a:buSzPts val="1100"/>
              <a:buNone/>
              <a:defRPr/>
            </a:lvl2pPr>
            <a:lvl3pPr lvl="2" algn="l">
              <a:lnSpc>
                <a:spcPct val="115000"/>
              </a:lnSpc>
              <a:spcBef>
                <a:spcPts val="1200"/>
              </a:spcBef>
              <a:spcAft>
                <a:spcPts val="0"/>
              </a:spcAft>
              <a:buClr>
                <a:schemeClr val="dk1"/>
              </a:buClr>
              <a:buSzPts val="1100"/>
              <a:buNone/>
              <a:defRPr/>
            </a:lvl3pPr>
            <a:lvl4pPr lvl="3" algn="l">
              <a:lnSpc>
                <a:spcPct val="115000"/>
              </a:lnSpc>
              <a:spcBef>
                <a:spcPts val="1200"/>
              </a:spcBef>
              <a:spcAft>
                <a:spcPts val="0"/>
              </a:spcAft>
              <a:buClr>
                <a:schemeClr val="dk1"/>
              </a:buClr>
              <a:buSzPts val="1100"/>
              <a:buNone/>
              <a:defRPr/>
            </a:lvl4pPr>
            <a:lvl5pPr lvl="4" algn="l">
              <a:lnSpc>
                <a:spcPct val="115000"/>
              </a:lnSpc>
              <a:spcBef>
                <a:spcPts val="1200"/>
              </a:spcBef>
              <a:spcAft>
                <a:spcPts val="0"/>
              </a:spcAft>
              <a:buClr>
                <a:schemeClr val="dk1"/>
              </a:buClr>
              <a:buSzPts val="1100"/>
              <a:buNone/>
              <a:defRPr/>
            </a:lvl5pPr>
            <a:lvl6pPr lvl="5" algn="l">
              <a:lnSpc>
                <a:spcPct val="115000"/>
              </a:lnSpc>
              <a:spcBef>
                <a:spcPts val="1200"/>
              </a:spcBef>
              <a:spcAft>
                <a:spcPts val="0"/>
              </a:spcAft>
              <a:buClr>
                <a:schemeClr val="dk1"/>
              </a:buClr>
              <a:buSzPts val="1100"/>
              <a:buNone/>
              <a:defRPr/>
            </a:lvl6pPr>
            <a:lvl7pPr lvl="6" algn="l">
              <a:lnSpc>
                <a:spcPct val="115000"/>
              </a:lnSpc>
              <a:spcBef>
                <a:spcPts val="1200"/>
              </a:spcBef>
              <a:spcAft>
                <a:spcPts val="0"/>
              </a:spcAft>
              <a:buClr>
                <a:schemeClr val="dk1"/>
              </a:buClr>
              <a:buSzPts val="1100"/>
              <a:buNone/>
              <a:defRPr/>
            </a:lvl7pPr>
            <a:lvl8pPr lvl="7" algn="l">
              <a:lnSpc>
                <a:spcPct val="115000"/>
              </a:lnSpc>
              <a:spcBef>
                <a:spcPts val="1200"/>
              </a:spcBef>
              <a:spcAft>
                <a:spcPts val="0"/>
              </a:spcAft>
              <a:buClr>
                <a:schemeClr val="dk1"/>
              </a:buClr>
              <a:buSzPts val="1100"/>
              <a:buNone/>
              <a:defRPr/>
            </a:lvl8pPr>
            <a:lvl9pPr lvl="8" algn="l">
              <a:lnSpc>
                <a:spcPct val="115000"/>
              </a:lnSpc>
              <a:spcBef>
                <a:spcPts val="1200"/>
              </a:spcBef>
              <a:spcAft>
                <a:spcPts val="1200"/>
              </a:spcAft>
              <a:buClr>
                <a:schemeClr val="dk1"/>
              </a:buClr>
              <a:buSzPts val="1100"/>
              <a:buNone/>
              <a:defRPr/>
            </a:lvl9pPr>
          </a:lstStyle>
          <a:p/>
        </p:txBody>
      </p:sp>
      <p:sp>
        <p:nvSpPr>
          <p:cNvPr id="109" name="Google Shape;109;p21"/>
          <p:cNvSpPr txBox="1"/>
          <p:nvPr>
            <p:ph idx="2" type="subTitle"/>
          </p:nvPr>
        </p:nvSpPr>
        <p:spPr>
          <a:xfrm>
            <a:off x="493923" y="4079316"/>
            <a:ext cx="7327800" cy="2987100"/>
          </a:xfrm>
          <a:prstGeom prst="rect">
            <a:avLst/>
          </a:prstGeom>
          <a:noFill/>
          <a:ln>
            <a:noFill/>
          </a:ln>
        </p:spPr>
        <p:txBody>
          <a:bodyPr anchorCtr="0" anchor="t" bIns="68575" lIns="68575" spcFirstLastPara="1" rIns="68575" wrap="square" tIns="68575">
            <a:normAutofit/>
          </a:bodyPr>
          <a:lstStyle>
            <a:lvl1pPr lvl="0" algn="l">
              <a:lnSpc>
                <a:spcPct val="115000"/>
              </a:lnSpc>
              <a:spcBef>
                <a:spcPts val="0"/>
              </a:spcBef>
              <a:spcAft>
                <a:spcPts val="0"/>
              </a:spcAft>
              <a:buClr>
                <a:schemeClr val="dk1"/>
              </a:buClr>
              <a:buSzPts val="1400"/>
              <a:buNone/>
              <a:defRPr sz="1800"/>
            </a:lvl1pPr>
            <a:lvl2pPr lvl="1" algn="l">
              <a:lnSpc>
                <a:spcPct val="115000"/>
              </a:lnSpc>
              <a:spcBef>
                <a:spcPts val="1200"/>
              </a:spcBef>
              <a:spcAft>
                <a:spcPts val="0"/>
              </a:spcAft>
              <a:buClr>
                <a:schemeClr val="dk1"/>
              </a:buClr>
              <a:buSzPts val="1100"/>
              <a:buNone/>
              <a:defRPr/>
            </a:lvl2pPr>
            <a:lvl3pPr lvl="2" algn="l">
              <a:lnSpc>
                <a:spcPct val="115000"/>
              </a:lnSpc>
              <a:spcBef>
                <a:spcPts val="1200"/>
              </a:spcBef>
              <a:spcAft>
                <a:spcPts val="0"/>
              </a:spcAft>
              <a:buClr>
                <a:schemeClr val="dk1"/>
              </a:buClr>
              <a:buSzPts val="1100"/>
              <a:buNone/>
              <a:defRPr/>
            </a:lvl3pPr>
            <a:lvl4pPr lvl="3" algn="l">
              <a:lnSpc>
                <a:spcPct val="115000"/>
              </a:lnSpc>
              <a:spcBef>
                <a:spcPts val="1200"/>
              </a:spcBef>
              <a:spcAft>
                <a:spcPts val="0"/>
              </a:spcAft>
              <a:buClr>
                <a:schemeClr val="dk1"/>
              </a:buClr>
              <a:buSzPts val="1100"/>
              <a:buNone/>
              <a:defRPr/>
            </a:lvl4pPr>
            <a:lvl5pPr lvl="4" algn="l">
              <a:lnSpc>
                <a:spcPct val="115000"/>
              </a:lnSpc>
              <a:spcBef>
                <a:spcPts val="1200"/>
              </a:spcBef>
              <a:spcAft>
                <a:spcPts val="0"/>
              </a:spcAft>
              <a:buClr>
                <a:schemeClr val="dk1"/>
              </a:buClr>
              <a:buSzPts val="1100"/>
              <a:buNone/>
              <a:defRPr/>
            </a:lvl5pPr>
            <a:lvl6pPr lvl="5" algn="l">
              <a:lnSpc>
                <a:spcPct val="115000"/>
              </a:lnSpc>
              <a:spcBef>
                <a:spcPts val="1200"/>
              </a:spcBef>
              <a:spcAft>
                <a:spcPts val="0"/>
              </a:spcAft>
              <a:buClr>
                <a:schemeClr val="dk1"/>
              </a:buClr>
              <a:buSzPts val="1100"/>
              <a:buNone/>
              <a:defRPr/>
            </a:lvl6pPr>
            <a:lvl7pPr lvl="6" algn="l">
              <a:lnSpc>
                <a:spcPct val="115000"/>
              </a:lnSpc>
              <a:spcBef>
                <a:spcPts val="1200"/>
              </a:spcBef>
              <a:spcAft>
                <a:spcPts val="0"/>
              </a:spcAft>
              <a:buClr>
                <a:schemeClr val="dk1"/>
              </a:buClr>
              <a:buSzPts val="1100"/>
              <a:buNone/>
              <a:defRPr/>
            </a:lvl7pPr>
            <a:lvl8pPr lvl="7" algn="l">
              <a:lnSpc>
                <a:spcPct val="115000"/>
              </a:lnSpc>
              <a:spcBef>
                <a:spcPts val="1200"/>
              </a:spcBef>
              <a:spcAft>
                <a:spcPts val="0"/>
              </a:spcAft>
              <a:buClr>
                <a:schemeClr val="dk1"/>
              </a:buClr>
              <a:buSzPts val="1100"/>
              <a:buNone/>
              <a:defRPr/>
            </a:lvl8pPr>
            <a:lvl9pPr lvl="8" algn="l">
              <a:lnSpc>
                <a:spcPct val="115000"/>
              </a:lnSpc>
              <a:spcBef>
                <a:spcPts val="1200"/>
              </a:spcBef>
              <a:spcAft>
                <a:spcPts val="1200"/>
              </a:spcAft>
              <a:buClr>
                <a:schemeClr val="dk1"/>
              </a:buClr>
              <a:buSzPts val="1100"/>
              <a:buNone/>
              <a:defRPr/>
            </a:lvl9pPr>
          </a:lstStyle>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image" Target="../media/image6.jpg"/><Relationship Id="rId2" Type="http://schemas.openxmlformats.org/officeDocument/2006/relationships/slideLayout" Target="../slideLayouts/slideLayout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 Id="rId13" Type="http://schemas.openxmlformats.org/officeDocument/2006/relationships/slideLayout" Target="../slideLayouts/slideLayout12.xml"/><Relationship Id="rId14" Type="http://schemas.openxmlformats.org/officeDocument/2006/relationships/slideLayout" Target="../slideLayouts/slideLayout13.xml"/><Relationship Id="rId15" Type="http://schemas.openxmlformats.org/officeDocument/2006/relationships/slideLayout" Target="../slideLayouts/slideLayout14.xml"/><Relationship Id="rId16" Type="http://schemas.openxmlformats.org/officeDocument/2006/relationships/slideLayout" Target="../slideLayouts/slideLayout15.xml"/><Relationship Id="rId17" Type="http://schemas.openxmlformats.org/officeDocument/2006/relationships/slideLayout" Target="../slideLayouts/slideLayout16.xml"/><Relationship Id="rId18" Type="http://schemas.openxmlformats.org/officeDocument/2006/relationships/slideLayout" Target="../slideLayouts/slideLayout17.xml"/><Relationship Id="rId19" Type="http://schemas.openxmlformats.org/officeDocument/2006/relationships/slideLayout" Target="../slideLayouts/slideLayout18.xml"/><Relationship Id="rId20" Type="http://schemas.openxmlformats.org/officeDocument/2006/relationships/slideLayout" Target="../slideLayouts/slideLayout19.xml"/><Relationship Id="rId21" Type="http://schemas.openxmlformats.org/officeDocument/2006/relationships/slideLayout" Target="../slideLayouts/slideLayout20.xml"/><Relationship Id="rId22"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7" name="Google Shape;7;p1"/>
          <p:cNvSpPr txBox="1"/>
          <p:nvPr>
            <p:ph idx="1" type="body"/>
          </p:nvPr>
        </p:nvSpPr>
        <p:spPr>
          <a:xfrm>
            <a:off x="509577" y="1401113"/>
            <a:ext cx="80058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Clr>
                <a:schemeClr val="dk2"/>
              </a:buClr>
              <a:buSzPts val="2200"/>
              <a:buFont typeface="Roboto"/>
              <a:buNone/>
              <a:defRPr i="0" sz="2200" u="none" cap="none" strike="noStrike">
                <a:solidFill>
                  <a:schemeClr val="dk2"/>
                </a:solidFill>
                <a:latin typeface="Roboto"/>
                <a:ea typeface="Roboto"/>
                <a:cs typeface="Roboto"/>
                <a:sym typeface="Roboto"/>
              </a:defRPr>
            </a:lvl1pPr>
            <a:lvl2pPr indent="-228600" lvl="1" marL="914400" marR="0" algn="l">
              <a:lnSpc>
                <a:spcPct val="90000"/>
              </a:lnSpc>
              <a:spcBef>
                <a:spcPts val="400"/>
              </a:spcBef>
              <a:spcAft>
                <a:spcPts val="0"/>
              </a:spcAft>
              <a:buClr>
                <a:schemeClr val="dk2"/>
              </a:buClr>
              <a:buSzPts val="1800"/>
              <a:buFont typeface="Roboto"/>
              <a:buNone/>
              <a:defRPr i="0" sz="1800" u="none" cap="none" strike="noStrike">
                <a:solidFill>
                  <a:schemeClr val="dk2"/>
                </a:solidFill>
                <a:latin typeface="Roboto"/>
                <a:ea typeface="Roboto"/>
                <a:cs typeface="Roboto"/>
                <a:sym typeface="Roboto"/>
              </a:defRPr>
            </a:lvl2pPr>
            <a:lvl3pPr indent="-228600" lvl="2" marL="1371600" marR="0" algn="l">
              <a:lnSpc>
                <a:spcPct val="90000"/>
              </a:lnSpc>
              <a:spcBef>
                <a:spcPts val="400"/>
              </a:spcBef>
              <a:spcAft>
                <a:spcPts val="0"/>
              </a:spcAft>
              <a:buClr>
                <a:schemeClr val="dk2"/>
              </a:buClr>
              <a:buSzPts val="1500"/>
              <a:buFont typeface="Roboto"/>
              <a:buNone/>
              <a:defRPr i="0" sz="1500" u="none" cap="none" strike="noStrike">
                <a:solidFill>
                  <a:schemeClr val="dk2"/>
                </a:solidFill>
                <a:latin typeface="Roboto"/>
                <a:ea typeface="Roboto"/>
                <a:cs typeface="Roboto"/>
                <a:sym typeface="Roboto"/>
              </a:defRPr>
            </a:lvl3pPr>
            <a:lvl4pPr indent="-228600" lvl="3" marL="1828800" marR="0" algn="l">
              <a:lnSpc>
                <a:spcPct val="90000"/>
              </a:lnSpc>
              <a:spcBef>
                <a:spcPts val="400"/>
              </a:spcBef>
              <a:spcAft>
                <a:spcPts val="0"/>
              </a:spcAft>
              <a:buClr>
                <a:schemeClr val="dk2"/>
              </a:buClr>
              <a:buSzPts val="1300"/>
              <a:buFont typeface="Roboto"/>
              <a:buNone/>
              <a:defRPr i="0" sz="1300" u="none" cap="none" strike="noStrike">
                <a:solidFill>
                  <a:schemeClr val="dk2"/>
                </a:solidFill>
                <a:latin typeface="Roboto"/>
                <a:ea typeface="Roboto"/>
                <a:cs typeface="Roboto"/>
                <a:sym typeface="Roboto"/>
              </a:defRPr>
            </a:lvl4pPr>
            <a:lvl5pPr indent="-228600" lvl="4" marL="2286000" marR="0" algn="l">
              <a:lnSpc>
                <a:spcPct val="90000"/>
              </a:lnSpc>
              <a:spcBef>
                <a:spcPts val="400"/>
              </a:spcBef>
              <a:spcAft>
                <a:spcPts val="0"/>
              </a:spcAft>
              <a:buClr>
                <a:schemeClr val="dk2"/>
              </a:buClr>
              <a:buSzPts val="1100"/>
              <a:buFont typeface="Roboto"/>
              <a:buNone/>
              <a:defRPr i="0" sz="1100" u="none" cap="none" strike="noStrike">
                <a:solidFill>
                  <a:schemeClr val="dk2"/>
                </a:solidFill>
                <a:latin typeface="Roboto"/>
                <a:ea typeface="Roboto"/>
                <a:cs typeface="Roboto"/>
                <a:sym typeface="Roboto"/>
              </a:defRPr>
            </a:lvl5pPr>
            <a:lvl6pPr indent="-285750" lvl="5" marL="2743200" marR="0" algn="l">
              <a:lnSpc>
                <a:spcPct val="90000"/>
              </a:lnSpc>
              <a:spcBef>
                <a:spcPts val="400"/>
              </a:spcBef>
              <a:spcAft>
                <a:spcPts val="0"/>
              </a:spcAft>
              <a:buClr>
                <a:schemeClr val="dk1"/>
              </a:buClr>
              <a:buSzPts val="900"/>
              <a:buFont typeface="Roboto"/>
              <a:buChar char="•"/>
              <a:defRPr i="0" sz="900" u="none" cap="none" strike="noStrike">
                <a:solidFill>
                  <a:schemeClr val="dk1"/>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sz="50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pic>
        <p:nvPicPr>
          <p:cNvPr id="8" name="Google Shape;8;p1"/>
          <p:cNvPicPr preferRelativeResize="0"/>
          <p:nvPr/>
        </p:nvPicPr>
        <p:blipFill rotWithShape="1">
          <a:blip r:embed="rId1">
            <a:alphaModFix/>
          </a:blip>
          <a:srcRect b="0" l="0" r="0" t="35296"/>
          <a:stretch/>
        </p:blipFill>
        <p:spPr>
          <a:xfrm>
            <a:off x="0" y="4794384"/>
            <a:ext cx="9144000" cy="349116"/>
          </a:xfrm>
          <a:prstGeom prst="rect">
            <a:avLst/>
          </a:prstGeom>
          <a:noFill/>
          <a:ln>
            <a:noFill/>
          </a:ln>
        </p:spPr>
      </p:pic>
    </p:spTree>
  </p:cSld>
  <p:clrMap accent1="accent1" accent2="accent2" accent3="accent3" accent4="accent4" accent5="accent5" accent6="accent6" bg1="lt1" bg2="dk2" tx1="dk1" tx2="lt2" folHlink="folHlink" hlink="hlink"/>
  <p:sldLayoutIdLst>
    <p:sldLayoutId id="2147483648" r:id="rId2"/>
    <p:sldLayoutId id="2147483649" r:id="rId3"/>
    <p:sldLayoutId id="2147483650" r:id="rId4"/>
    <p:sldLayoutId id="2147483651" r:id="rId5"/>
    <p:sldLayoutId id="2147483652" r:id="rId6"/>
    <p:sldLayoutId id="2147483653" r:id="rId7"/>
    <p:sldLayoutId id="2147483654" r:id="rId8"/>
    <p:sldLayoutId id="2147483655" r:id="rId9"/>
    <p:sldLayoutId id="2147483656" r:id="rId10"/>
    <p:sldLayoutId id="2147483657" r:id="rId11"/>
    <p:sldLayoutId id="2147483658" r:id="rId12"/>
    <p:sldLayoutId id="2147483659" r:id="rId13"/>
    <p:sldLayoutId id="2147483660" r:id="rId14"/>
    <p:sldLayoutId id="2147483661" r:id="rId15"/>
    <p:sldLayoutId id="2147483662" r:id="rId16"/>
    <p:sldLayoutId id="2147483663" r:id="rId17"/>
    <p:sldLayoutId id="2147483664" r:id="rId18"/>
    <p:sldLayoutId id="2147483665" r:id="rId19"/>
    <p:sldLayoutId id="2147483666" r:id="rId20"/>
    <p:sldLayoutId id="2147483667" r:id="rId21"/>
  </p:sldLayoutIdLst>
  <mc:AlternateContent>
    <mc:Choice Requires="p14">
      <p:transition spd="slow" p14:dur="700">
        <p:fade/>
      </p:transition>
    </mc:Choice>
    <mc:Fallback>
      <p:transition spd="slow">
        <p:fade/>
      </p:transition>
    </mc:Fallback>
  </mc:AlternateConten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2.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xml"/><Relationship Id="rId3" Type="http://schemas.openxmlformats.org/officeDocument/2006/relationships/image" Target="../media/image3.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3.xml"/><Relationship Id="rId3" Type="http://schemas.openxmlformats.org/officeDocument/2006/relationships/image" Target="../media/image4.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4.xml"/><Relationship Id="rId3" Type="http://schemas.openxmlformats.org/officeDocument/2006/relationships/image" Target="../media/image5.jp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5.xml"/><Relationship Id="rId3" Type="http://schemas.openxmlformats.org/officeDocument/2006/relationships/image" Target="../media/image7.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6.xml"/><Relationship Id="rId3" Type="http://schemas.openxmlformats.org/officeDocument/2006/relationships/image" Target="../media/image9.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7.xml"/><Relationship Id="rId3" Type="http://schemas.openxmlformats.org/officeDocument/2006/relationships/image" Target="../media/image10.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8.xml"/><Relationship Id="rId3" Type="http://schemas.openxmlformats.org/officeDocument/2006/relationships/image" Target="../media/image1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9.xml"/><Relationship Id="rId3" Type="http://schemas.openxmlformats.org/officeDocument/2006/relationships/image" Target="../media/image12.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0.xml"/><Relationship Id="rId3" Type="http://schemas.openxmlformats.org/officeDocument/2006/relationships/image" Target="../media/image13.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1.xml"/><Relationship Id="rId3"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2.xml"/><Relationship Id="rId3" Type="http://schemas.openxmlformats.org/officeDocument/2006/relationships/image" Target="../media/image15.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3.xml"/><Relationship Id="rId3" Type="http://schemas.openxmlformats.org/officeDocument/2006/relationships/image" Target="../media/image16.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4.xml"/><Relationship Id="rId3" Type="http://schemas.openxmlformats.org/officeDocument/2006/relationships/image" Target="../media/image17.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5.xml"/><Relationship Id="rId3" Type="http://schemas.openxmlformats.org/officeDocument/2006/relationships/image" Target="../media/image18.jp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6.xml"/><Relationship Id="rId3" Type="http://schemas.openxmlformats.org/officeDocument/2006/relationships/image" Target="../media/image19.jpg"/><Relationship Id="rId4" Type="http://schemas.openxmlformats.org/officeDocument/2006/relationships/hyperlink" Target="https://www.youtube.com/watch?v=my5wFNQpFO0" TargetMode="External"/><Relationship Id="rId5" Type="http://schemas.openxmlformats.org/officeDocument/2006/relationships/image" Target="../media/image20.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image" Target="../media/image2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7.xml"/><Relationship Id="rId3" Type="http://schemas.openxmlformats.org/officeDocument/2006/relationships/image" Target="../media/image22.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8.xml"/><Relationship Id="rId3" Type="http://schemas.openxmlformats.org/officeDocument/2006/relationships/image" Target="../media/image30.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9.xml"/><Relationship Id="rId3" Type="http://schemas.openxmlformats.org/officeDocument/2006/relationships/image" Target="../media/image3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0.xml"/><Relationship Id="rId3" Type="http://schemas.openxmlformats.org/officeDocument/2006/relationships/image" Target="../media/image32.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pPr marL="0" indent="0">
              <a:buNone/>
            </a:pPr>
            <a:r>
              <a:t>CSCI 3495</a:t>
            </a:r>
          </a:p>
          <a:p>
            <a:pPr marL="0" indent="0">
              <a:buNone/>
            </a:pPr>
            <a:r>
              <a:t>Vector Semantics</a:t>
            </a:r>
          </a:p>
        </p:txBody>
      </p:sp>
      <p:sp>
        <p:nvSpPr>
          <p:cNvPr id="3" name="Subtitle 2"/>
          <p:cNvSpPr>
            <a:spLocks noGrp="1"/>
          </p:cNvSpPr>
          <p:nvPr>
            <p:ph type="subTitle" idx="1"/>
          </p:nvPr>
        </p:nvSpPr>
        <p:spPr>
          <a:xfrm>
            <a:off x="493926" y="3549825"/>
            <a:ext cx="5312514" cy="970800"/>
          </a:xfrm>
        </p:spPr>
        <p:txBody>
          <a:bodyPr wrap="square"/>
          <a:lstStyle/>
          <a:p>
            <a:pPr marL="0" indent="0">
              <a:buNone/>
            </a:pPr>
            <a:r>
              <a:t>Natural Language Processing &amp; Large Language Models</a:t>
            </a:r>
          </a:p>
          <a:p>
            <a:pPr marL="0" indent="0">
              <a:buNone/>
            </a:pPr>
            <a:r>
              <a:t>Week 3, Class 1</a:t>
            </a:r>
          </a:p>
        </p:txBody>
      </p:sp>
      <p:pic>
        <p:nvPicPr>
          <p:cNvPr id="5" name="Picture 4" descr="Vector Semantics"/>
          <p:cNvPicPr>
            <a:picLocks noChangeAspect="1"/>
          </p:cNvPicPr>
          <p:nvPr/>
        </p:nvPicPr>
        <p:blipFill>
          <a:blip r:embed="rId3"/>
          <a:stretch>
            <a:fillRect/>
          </a:stretch>
        </p:blipFill>
        <p:spPr>
          <a:xfrm>
            <a:off x="6035040" y="3474720"/>
            <a:ext cx="2743200" cy="1481328"/>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777777"/>
                </a:solidFill>
              </a:defRPr>
            </a:pPr>
            <a:r>
              <a:t>Source: Skander Zarrad, Wikimedia Commons, CC BY-SA 4.0</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Today</a:t>
            </a:r>
          </a:p>
        </p:txBody>
      </p:sp>
      <p:pic>
        <p:nvPicPr>
          <p:cNvPr id="5" name="Picture 4" descr="Today"/>
          <p:cNvPicPr>
            <a:picLocks noChangeAspect="1"/>
          </p:cNvPicPr>
          <p:nvPr/>
        </p:nvPicPr>
        <p:blipFill>
          <a:blip r:embed="rId3"/>
          <a:stretch>
            <a:fillRect/>
          </a:stretch>
        </p:blipFill>
        <p:spPr>
          <a:xfrm>
            <a:off x="499843" y="1078992"/>
            <a:ext cx="8144314"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Jurafsky &amp; Martin, SLP3 (Jan 2026 draft), Figs. 5.2 &amp; 5.5; deck figures; run of exercise/search.py</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Words as atomic symbols</a:t>
            </a:r>
          </a:p>
        </p:txBody>
      </p:sp>
      <p:pic>
        <p:nvPicPr>
          <p:cNvPr id="5" name="Picture 4" descr="Words as atomic symbols"/>
          <p:cNvPicPr>
            <a:picLocks noChangeAspect="1"/>
          </p:cNvPicPr>
          <p:nvPr/>
        </p:nvPicPr>
        <p:blipFill>
          <a:blip r:embed="rId3"/>
          <a:stretch>
            <a:fillRect/>
          </a:stretch>
        </p:blipFill>
        <p:spPr>
          <a:xfrm>
            <a:off x="694319" y="1078992"/>
            <a:ext cx="7755362"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074650"/>
            <a:ext cx="8229600" cy="994200"/>
          </a:xfrm>
        </p:spPr>
        <p:txBody>
          <a:bodyPr wrap="square"/>
          <a:lstStyle/>
          <a:p>
            <a:pPr marL="0" indent="0" algn="ctr">
              <a:buNone/>
            </a:pPr>
            <a:r>
              <a:t>The distributional hypothesis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5" name="Picture 4" descr="You read the words around it. So can a machine."/>
          <p:cNvPicPr>
            <a:picLocks noChangeAspect="1"/>
          </p:cNvPicPr>
          <p:nvPr/>
        </p:nvPicPr>
        <p:blipFill>
          <a:blip r:embed="rId3"/>
          <a:stretch>
            <a:fillRect/>
          </a:stretch>
        </p:blipFill>
        <p:spPr>
          <a:xfrm>
            <a:off x="0" y="-108585"/>
            <a:ext cx="9144000" cy="5360670"/>
          </a:xfrm>
          <a:prstGeom prst="rect">
            <a:avLst/>
          </a:prstGeom>
        </p:spPr>
      </p:pic>
      <p:sp>
        <p:nvSpPr>
          <p:cNvPr id="6" name="Rectangle 5"/>
          <p:cNvSpPr/>
          <p:nvPr/>
        </p:nvSpPr>
        <p:spPr>
          <a:xfrm>
            <a:off x="0" y="1143000"/>
            <a:ext cx="9144000" cy="2834640"/>
          </a:xfrm>
          <a:prstGeom prst="rect">
            <a:avLst/>
          </a:prstGeom>
          <a:solidFill>
            <a:srgbClr val="101012">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1234440"/>
            <a:ext cx="7863840" cy="1874519"/>
          </a:xfrm>
          <a:prstGeom prst="rect">
            <a:avLst/>
          </a:prstGeom>
          <a:noFill/>
        </p:spPr>
        <p:txBody>
          <a:bodyPr wrap="square" anchor="ctr">
            <a:spAutoFit/>
          </a:bodyPr>
          <a:lstStyle/>
          <a:p>
            <a:pPr algn="ctr" marL="0" indent="0">
              <a:buNone/>
            </a:pPr>
            <a:r>
              <a:rPr sz="3400" b="1">
                <a:solidFill>
                  <a:srgbClr val="FFFFFF"/>
                </a:solidFill>
              </a:rPr>
              <a:t>How would you guess the meaning of a word you have never seen?</a:t>
            </a:r>
          </a:p>
        </p:txBody>
      </p:sp>
      <p:sp>
        <p:nvSpPr>
          <p:cNvPr id="8" name="TextBox 7"/>
          <p:cNvSpPr txBox="1"/>
          <p:nvPr/>
        </p:nvSpPr>
        <p:spPr>
          <a:xfrm>
            <a:off x="640080" y="3108959"/>
            <a:ext cx="7863840" cy="777240"/>
          </a:xfrm>
          <a:prstGeom prst="rect">
            <a:avLst/>
          </a:prstGeom>
          <a:noFill/>
        </p:spPr>
        <p:txBody>
          <a:bodyPr wrap="square" anchor="t">
            <a:spAutoFit/>
          </a:bodyPr>
          <a:lstStyle/>
          <a:p>
            <a:pPr algn="ctr" marL="0" indent="0">
              <a:buNone/>
            </a:pPr>
            <a:r>
              <a:rPr sz="2000">
                <a:solidFill>
                  <a:srgbClr val="FFFFFF"/>
                </a:solidFill>
              </a:rPr>
              <a:t>You read the words around it. So can a machine.</a:t>
            </a:r>
          </a:p>
        </p:txBody>
      </p:sp>
      <p:sp>
        <p:nvSpPr>
          <p:cNvPr id="9" name="TextBox 8"/>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Unsplash License, https://unsplash.com/photos/wE37SqLAO9M (Eli Francis)</a:t>
            </a:r>
          </a:p>
        </p:txBody>
      </p:sp>
    </p:spTree>
  </p:cSld>
  <p:clrMapOvr>
    <a:masterClrMapping/>
  </p:clrMapOvr>
  <p:timing>
    <p:tnLst>
      <p:par>
        <p:cTn id="1" dur="indefinite" restart="never" nodeType="tmRoot">
          <p:childTnLst>
            <p:seq concurrent="1" nextAc="seek">
              <p:cTn id="2" dur="indefinite" nodeType="mainSeq">
                <p:childTnLst>
                  <p:par>
                    <p:cTn id="4" fill="hold">
                      <p:stCondLst>
                        <p:cond delay="indefinite"/>
                      </p:stCondLst>
                      <p:childTnLst>
                        <p:par>
                          <p:cTn id="5" fill="hold">
                            <p:stCondLst>
                              <p:cond delay="0"/>
                            </p:stCondLst>
                            <p:childTnLst>
                              <p:par>
                                <p:cTn id="6" presetID="10" presetClass="entr" presetSubtype="0" fill="hold" grpId="0" nodeType="clickEffect">
                                  <p:stCondLst>
                                    <p:cond delay="0"/>
                                  </p:stCondLst>
                                  <p:childTnLst>
                                    <p:set>
                                      <p:cBhvr>
                                        <p:cTn id="7" dur="1" fill="hold">
                                          <p:stCondLst>
                                            <p:cond delay="0"/>
                                          </p:stCondLst>
                                        </p:cTn>
                                        <p:tgtEl>
                                          <p:spTgt spid="8"/>
                                        </p:tgtEl>
                                        <p:attrNameLst>
                                          <p:attrName>style.visibility</p:attrName>
                                        </p:attrNameLst>
                                      </p:cBhvr>
                                      <p:to>
                                        <p:strVal val="visible"/>
                                      </p:to>
                                    </p:set>
                                    <p:animEffect transition="in" filter="fade">
                                      <p:cBhvr>
                                        <p:cTn id="8" dur="4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Lst>
  </p:timing>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"You shall know a word by the company it keeps"</a:t>
            </a:r>
          </a:p>
        </p:txBody>
      </p:sp>
      <p:pic>
        <p:nvPicPr>
          <p:cNvPr id="5" name="Picture 4" descr="&quot;You shall know a word by the company it keeps&quot;"/>
          <p:cNvPicPr>
            <a:picLocks noChangeAspect="1"/>
          </p:cNvPicPr>
          <p:nvPr/>
        </p:nvPicPr>
        <p:blipFill>
          <a:blip r:embed="rId3"/>
          <a:stretch>
            <a:fillRect/>
          </a:stretch>
        </p:blipFill>
        <p:spPr>
          <a:xfrm>
            <a:off x="274320" y="1507714"/>
            <a:ext cx="8595360" cy="2731576"/>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J.R. Firth, 1957, A Synopsis of Linguistic Theory</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Counting neighbors turns a word into numbers</a:t>
            </a:r>
          </a:p>
        </p:txBody>
      </p:sp>
      <p:pic>
        <p:nvPicPr>
          <p:cNvPr id="5" name="Picture 4" descr="Counting neighbors turns a word into numbers"/>
          <p:cNvPicPr>
            <a:picLocks noChangeAspect="1"/>
          </p:cNvPicPr>
          <p:nvPr/>
        </p:nvPicPr>
        <p:blipFill>
          <a:blip r:embed="rId3"/>
          <a:stretch>
            <a:fillRect/>
          </a:stretch>
        </p:blipFill>
        <p:spPr>
          <a:xfrm>
            <a:off x="274320" y="1578008"/>
            <a:ext cx="8595360" cy="2590988"/>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Jurafsky &amp; Martin, SLP3 (Jan 2026 draft), Fig. 5.2</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Those numbers are coordinates</a:t>
            </a:r>
          </a:p>
        </p:txBody>
      </p:sp>
      <p:pic>
        <p:nvPicPr>
          <p:cNvPr id="5" name="Picture 4" descr="Those numbers are coordinates"/>
          <p:cNvPicPr>
            <a:picLocks noChangeAspect="1"/>
          </p:cNvPicPr>
          <p:nvPr/>
        </p:nvPicPr>
        <p:blipFill>
          <a:blip r:embed="rId3"/>
          <a:stretch>
            <a:fillRect/>
          </a:stretch>
        </p:blipFill>
        <p:spPr>
          <a:xfrm>
            <a:off x="584656" y="1078992"/>
            <a:ext cx="7974687"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Jurafsky &amp; Martin, SLP3 (Jan 2026 draft), Fig. 5.4</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Words and documents as vectors</a:t>
            </a:r>
          </a:p>
        </p:txBody>
      </p:sp>
      <p:pic>
        <p:nvPicPr>
          <p:cNvPr id="5" name="Picture 4" descr="Words and documents as vectors"/>
          <p:cNvPicPr>
            <a:picLocks noChangeAspect="1"/>
          </p:cNvPicPr>
          <p:nvPr/>
        </p:nvPicPr>
        <p:blipFill>
          <a:blip r:embed="rId3"/>
          <a:stretch>
            <a:fillRect/>
          </a:stretch>
        </p:blipFill>
        <p:spPr>
          <a:xfrm>
            <a:off x="1122280" y="1078992"/>
            <a:ext cx="6899440"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Raw counts mislead</a:t>
            </a:r>
          </a:p>
        </p:txBody>
      </p:sp>
      <p:pic>
        <p:nvPicPr>
          <p:cNvPr id="5" name="Picture 4" descr="Raw counts mislead"/>
          <p:cNvPicPr>
            <a:picLocks noChangeAspect="1"/>
          </p:cNvPicPr>
          <p:nvPr/>
        </p:nvPicPr>
        <p:blipFill>
          <a:blip r:embed="rId3"/>
          <a:stretch>
            <a:fillRect/>
          </a:stretch>
        </p:blipFill>
        <p:spPr>
          <a:xfrm>
            <a:off x="274320" y="1443547"/>
            <a:ext cx="8595360" cy="285991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TF-IDF</a:t>
            </a:r>
          </a:p>
        </p:txBody>
      </p:sp>
      <p:pic>
        <p:nvPicPr>
          <p:cNvPr id="5" name="Picture 4" descr="TF-IDF"/>
          <p:cNvPicPr>
            <a:picLocks noChangeAspect="1"/>
          </p:cNvPicPr>
          <p:nvPr/>
        </p:nvPicPr>
        <p:blipFill>
          <a:blip r:embed="rId3"/>
          <a:stretch>
            <a:fillRect/>
          </a:stretch>
        </p:blipFill>
        <p:spPr>
          <a:xfrm>
            <a:off x="910949" y="1078992"/>
            <a:ext cx="7322101"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PPMI: word-word association</a:t>
            </a:r>
          </a:p>
        </p:txBody>
      </p:sp>
      <p:pic>
        <p:nvPicPr>
          <p:cNvPr id="5" name="Picture 4" descr="PPMI: word-word association"/>
          <p:cNvPicPr>
            <a:picLocks noChangeAspect="1"/>
          </p:cNvPicPr>
          <p:nvPr/>
        </p:nvPicPr>
        <p:blipFill>
          <a:blip r:embed="rId3"/>
          <a:stretch>
            <a:fillRect/>
          </a:stretch>
        </p:blipFill>
        <p:spPr>
          <a:xfrm>
            <a:off x="617726" y="1078992"/>
            <a:ext cx="7908548"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Why angle, not distance?</a:t>
            </a:r>
          </a:p>
        </p:txBody>
      </p:sp>
      <p:pic>
        <p:nvPicPr>
          <p:cNvPr id="5" name="Picture 4" descr="Why angle, not distance?"/>
          <p:cNvPicPr>
            <a:picLocks noChangeAspect="1"/>
          </p:cNvPicPr>
          <p:nvPr/>
        </p:nvPicPr>
        <p:blipFill>
          <a:blip r:embed="rId3"/>
          <a:stretch>
            <a:fillRect/>
          </a:stretch>
        </p:blipFill>
        <p:spPr>
          <a:xfrm>
            <a:off x="1493432" y="1078992"/>
            <a:ext cx="6157135"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Jurafsky &amp; Martin, SLP3 (Jan 2026 draft), Fig. 5.5</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Cosine similarity</a:t>
            </a:r>
          </a:p>
        </p:txBody>
      </p:sp>
      <p:pic>
        <p:nvPicPr>
          <p:cNvPr id="5" name="Picture 4" descr="Cosine similarity"/>
          <p:cNvPicPr>
            <a:picLocks noChangeAspect="1"/>
          </p:cNvPicPr>
          <p:nvPr/>
        </p:nvPicPr>
        <p:blipFill>
          <a:blip r:embed="rId3"/>
          <a:stretch>
            <a:fillRect/>
          </a:stretch>
        </p:blipFill>
        <p:spPr>
          <a:xfrm>
            <a:off x="843601" y="1078992"/>
            <a:ext cx="7456798"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Putting it together: similarity search</a:t>
            </a:r>
          </a:p>
        </p:txBody>
      </p:sp>
      <p:pic>
        <p:nvPicPr>
          <p:cNvPr id="5" name="Picture 4" descr="Putting it together: similarity search"/>
          <p:cNvPicPr>
            <a:picLocks noChangeAspect="1"/>
          </p:cNvPicPr>
          <p:nvPr/>
        </p:nvPicPr>
        <p:blipFill>
          <a:blip r:embed="rId3"/>
          <a:stretch>
            <a:fillRect/>
          </a:stretch>
        </p:blipFill>
        <p:spPr>
          <a:xfrm>
            <a:off x="274320" y="1788141"/>
            <a:ext cx="8595360" cy="2170722"/>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This already runs in production</a:t>
            </a:r>
          </a:p>
        </p:txBody>
      </p:sp>
      <p:pic>
        <p:nvPicPr>
          <p:cNvPr id="5" name="Picture 4" descr="This already runs in production"/>
          <p:cNvPicPr>
            <a:picLocks noChangeAspect="1"/>
          </p:cNvPicPr>
          <p:nvPr/>
        </p:nvPicPr>
        <p:blipFill>
          <a:blip r:embed="rId3"/>
          <a:stretch>
            <a:fillRect/>
          </a:stretch>
        </p:blipFill>
        <p:spPr>
          <a:xfrm>
            <a:off x="1883596" y="1078992"/>
            <a:ext cx="5376808"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Unsplash License, https://unsplash.com/photos/woman-in-black-coat-tCTLkInyXVw (Christina @ wocintechchat.com)</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6537960" cy="822960"/>
          </a:xfrm>
        </p:spPr>
        <p:txBody>
          <a:bodyPr wrap="square"/>
          <a:lstStyle/>
          <a:p>
            <a:pPr marL="0" indent="0">
              <a:buNone/>
            </a:pPr>
            <a:r>
              <a:t>Sparse vs. dense</a:t>
            </a:r>
          </a:p>
        </p:txBody>
      </p:sp>
      <p:pic>
        <p:nvPicPr>
          <p:cNvPr id="5" name="Picture 4" descr="Video: Embeddings (Google). Opens https://www.youtube.com/watch?v=my5wFNQpFO0">
            <a:hlinkClick r:id="rId4"/>
          </p:cNvPr>
          <p:cNvPicPr>
            <a:picLocks noChangeAspect="1"/>
          </p:cNvPicPr>
          <p:nvPr/>
        </p:nvPicPr>
        <p:blipFill>
          <a:blip r:embed="rId3"/>
          <a:stretch>
            <a:fillRect/>
          </a:stretch>
        </p:blipFill>
        <p:spPr>
          <a:xfrm>
            <a:off x="7132320" y="109728"/>
            <a:ext cx="1554480" cy="874166"/>
          </a:xfrm>
          <a:prstGeom prst="rect">
            <a:avLst/>
          </a:prstGeom>
        </p:spPr>
      </p:pic>
      <p:sp>
        <p:nvSpPr>
          <p:cNvPr id="6" name="TextBox 5"/>
          <p:cNvSpPr txBox="1"/>
          <p:nvPr/>
        </p:nvSpPr>
        <p:spPr>
          <a:xfrm>
            <a:off x="6931152" y="993038"/>
            <a:ext cx="1956816" cy="173736"/>
          </a:xfrm>
          <a:prstGeom prst="rect">
            <a:avLst/>
          </a:prstGeom>
          <a:noFill/>
        </p:spPr>
        <p:txBody>
          <a:bodyPr wrap="none">
            <a:spAutoFit/>
          </a:bodyPr>
          <a:lstStyle/>
          <a:p>
            <a:pPr algn="ctr" marL="0" indent="0">
              <a:buNone/>
            </a:pPr>
            <a:r>
              <a:rPr sz="850" b="1">
                <a:solidFill>
                  <a:srgbClr val="7C2529"/>
                </a:solidFill>
              </a:rPr>
              <a:t>Embeddings (Google)</a:t>
            </a:r>
          </a:p>
        </p:txBody>
      </p:sp>
      <p:pic>
        <p:nvPicPr>
          <p:cNvPr id="7" name="Picture 6" descr="Sparse vs. dense"/>
          <p:cNvPicPr>
            <a:picLocks noChangeAspect="1"/>
          </p:cNvPicPr>
          <p:nvPr/>
        </p:nvPicPr>
        <p:blipFill>
          <a:blip r:embed="rId5"/>
          <a:stretch>
            <a:fillRect/>
          </a:stretch>
        </p:blipFill>
        <p:spPr>
          <a:xfrm>
            <a:off x="338150" y="1207008"/>
            <a:ext cx="8467699" cy="3461004"/>
          </a:xfrm>
          <a:prstGeom prst="rect">
            <a:avLst/>
          </a:prstGeom>
        </p:spPr>
      </p:pic>
      <p:sp>
        <p:nvSpPr>
          <p:cNvPr id="8" name="TextBox 7"/>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Break</a:t>
            </a:r>
          </a:p>
        </p:txBody>
      </p:sp>
      <p:pic>
        <p:nvPicPr>
          <p:cNvPr id="5" name="Picture 4" descr="Five minutes: stretch, refill water, compare notes. Then the Relevance Race."/>
          <p:cNvPicPr>
            <a:picLocks noChangeAspect="1"/>
          </p:cNvPicPr>
          <p:nvPr/>
        </p:nvPicPr>
        <p:blipFill>
          <a:blip r:embed="rId2"/>
          <a:stretch>
            <a:fillRect/>
          </a:stretch>
        </p:blipFill>
        <p:spPr>
          <a:xfrm>
            <a:off x="274320" y="1280312"/>
            <a:ext cx="8595360" cy="318638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074650"/>
            <a:ext cx="8229600" cy="994200"/>
          </a:xfrm>
        </p:spPr>
        <p:txBody>
          <a:bodyPr wrap="square"/>
          <a:lstStyle/>
          <a:p>
            <a:pPr marL="0" indent="0" algn="ctr">
              <a:buNone/>
            </a:pPr>
            <a:r>
              <a:t>Exercise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Tiny Search Engine</a:t>
            </a:r>
          </a:p>
        </p:txBody>
      </p:sp>
      <p:pic>
        <p:nvPicPr>
          <p:cNvPr id="5" name="Picture 4" descr="Tiny Search Engine"/>
          <p:cNvPicPr>
            <a:picLocks noChangeAspect="1"/>
          </p:cNvPicPr>
          <p:nvPr/>
        </p:nvPicPr>
        <p:blipFill>
          <a:blip r:embed="rId3"/>
          <a:stretch>
            <a:fillRect/>
          </a:stretch>
        </p:blipFill>
        <p:spPr>
          <a:xfrm>
            <a:off x="328469" y="1078992"/>
            <a:ext cx="8487061"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weeks/week-03/class-01/exercise/search.py</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Build a TF-IDF search engine</a:t>
            </a:r>
          </a:p>
        </p:txBody>
      </p:sp>
      <p:pic>
        <p:nvPicPr>
          <p:cNvPr id="5" name="Picture 4" descr="Build a TF-IDF search engine"/>
          <p:cNvPicPr>
            <a:picLocks noChangeAspect="1"/>
          </p:cNvPicPr>
          <p:nvPr/>
        </p:nvPicPr>
        <p:blipFill>
          <a:blip r:embed="rId3"/>
          <a:stretch>
            <a:fillRect/>
          </a:stretch>
        </p:blipFill>
        <p:spPr>
          <a:xfrm>
            <a:off x="274320" y="1857356"/>
            <a:ext cx="8595360" cy="2032292"/>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weeks/week-03/class-01/exercise/search.py</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What you should see</a:t>
            </a:r>
          </a:p>
        </p:txBody>
      </p:sp>
      <p:pic>
        <p:nvPicPr>
          <p:cNvPr id="5" name="Picture 4" descr="What you should see"/>
          <p:cNvPicPr>
            <a:picLocks noChangeAspect="1"/>
          </p:cNvPicPr>
          <p:nvPr/>
        </p:nvPicPr>
        <p:blipFill>
          <a:blip r:embed="rId3"/>
          <a:stretch>
            <a:fillRect/>
          </a:stretch>
        </p:blipFill>
        <p:spPr>
          <a:xfrm>
            <a:off x="274320" y="1347387"/>
            <a:ext cx="8595360" cy="3052229"/>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example run of solutions/search.py</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Recap</a:t>
            </a:r>
          </a:p>
        </p:txBody>
      </p:sp>
      <p:pic>
        <p:nvPicPr>
          <p:cNvPr id="5" name="Picture 4" descr="Recap"/>
          <p:cNvPicPr>
            <a:picLocks noChangeAspect="1"/>
          </p:cNvPicPr>
          <p:nvPr/>
        </p:nvPicPr>
        <p:blipFill>
          <a:blip r:embed="rId3"/>
          <a:stretch>
            <a:fillRect/>
          </a:stretch>
        </p:blipFill>
        <p:spPr>
          <a:xfrm>
            <a:off x="274320" y="1628797"/>
            <a:ext cx="8595360" cy="248941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theme/theme1.xml><?xml version="1.0" encoding="utf-8"?>
<a:theme xmlns:a="http://schemas.openxmlformats.org/drawingml/2006/main" xmlns:r="http://schemas.openxmlformats.org/officeDocument/2006/relationships" name="Custom Theme">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
      <a:dk1>
        <a:srgbClr val="434343"/>
      </a:dk1>
      <a:lt1>
        <a:srgbClr val="FFFFFF"/>
      </a:lt1>
      <a:dk2>
        <a:srgbClr val="818387"/>
      </a:dk2>
      <a:lt2>
        <a:srgbClr val="F6F7FA"/>
      </a:lt2>
      <a:accent1>
        <a:srgbClr val="723130"/>
      </a:accent1>
      <a:accent2>
        <a:srgbClr val="818387"/>
      </a:accent2>
      <a:accent3>
        <a:srgbClr val="FFB600"/>
      </a:accent3>
      <a:accent4>
        <a:srgbClr val="738D33"/>
      </a:accent4>
      <a:accent5>
        <a:srgbClr val="625578"/>
      </a:accent5>
      <a:accent6>
        <a:srgbClr val="498DA0"/>
      </a:accent6>
      <a:hlink>
        <a:srgbClr val="B1B4B5"/>
      </a:hlink>
      <a:folHlink>
        <a:srgbClr val="B0B1B3"/>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