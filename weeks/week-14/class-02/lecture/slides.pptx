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Reflection, Evaluator and Optimizer, and When NOT to Use Agents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956349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14, Class 2</a:t>
            </a:r>
          </a:p>
        </p:txBody>
      </p:sp>
      <p:pic>
        <p:nvPicPr>
          <p:cNvPr id="5" name="Picture 4" descr="Rube Goldberg's &quot;Self-Operating Napkin&quot; (1931): thirteen steps to wipe a chin. Which LLM pipelines are secretly this machine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875" y="3474720"/>
            <a:ext cx="2099365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Rube Goldberg, 1931, via Wikimedia Commons, public domain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603" y="1078992"/>
            <a:ext cx="793079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composite of this deck's figures; planning photo: Unsplash License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Recap: last class</a:t>
            </a:r>
          </a:p>
        </p:txBody>
      </p:sp>
      <p:pic>
        <p:nvPicPr>
          <p:cNvPr id="5" name="Picture 4" descr="Recap: last clas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84431"/>
            <a:ext cx="8595360" cy="2178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Patterns &amp; limits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Reflection: check your own work</a:t>
            </a:r>
          </a:p>
        </p:txBody>
      </p:sp>
      <p:pic>
        <p:nvPicPr>
          <p:cNvPr id="5" name="Picture 4" descr="Reflection: check your own wo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92337"/>
            <a:ext cx="8595360" cy="2962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Reflexion (Shinn 2023, arXiv:2303.11366)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Pattern 5: evaluator and optimizer</a:t>
            </a:r>
          </a:p>
        </p:txBody>
      </p:sp>
      <p:pic>
        <p:nvPicPr>
          <p:cNvPr id="5" name="Picture 4" descr="Pattern 5: evaluator and optimiz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9798"/>
            <a:ext cx="8595360" cy="35474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When does it shine?</a:t>
            </a:r>
          </a:p>
        </p:txBody>
      </p:sp>
      <p:pic>
        <p:nvPicPr>
          <p:cNvPr id="5" name="Picture 4" descr="When does it shine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76788"/>
            <a:ext cx="8595360" cy="2593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The underrated skill is knowing when a plain function call beats an autonomous lo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20090"/>
            <a:ext cx="9144000" cy="6583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Just because you can build an agent, should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The underrated skill is knowing when a plain function call beats an autonomous loop.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https://images.unsplash.com/photo-1531746790731-6c087fecd65a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underrated skill: NOT using an agent</a:t>
            </a:r>
          </a:p>
        </p:txBody>
      </p:sp>
      <p:pic>
        <p:nvPicPr>
          <p:cNvPr id="5" name="Picture 4" descr="The underrated skill: NOT using an ag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948" y="1078992"/>
            <a:ext cx="76861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agents are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Measure these before adopting an agent</a:t>
            </a:r>
          </a:p>
        </p:txBody>
      </p:sp>
      <p:pic>
        <p:nvPicPr>
          <p:cNvPr id="6" name="Picture 5" descr="Why agents are expensiv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340" y="1078992"/>
            <a:ext cx="7653319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decision checklist</a:t>
            </a:r>
          </a:p>
        </p:txBody>
      </p:sp>
      <p:pic>
        <p:nvPicPr>
          <p:cNvPr id="5" name="Picture 4" descr="A decision checklis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7105"/>
            <a:ext cx="8595360" cy="30927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Reliability engineering</a:t>
            </a:r>
          </a:p>
        </p:txBody>
      </p:sp>
      <p:pic>
        <p:nvPicPr>
          <p:cNvPr id="5" name="Picture 4" descr="Reliability engineer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53714"/>
            <a:ext cx="8595360" cy="2039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Applying this to YOUR project</a:t>
            </a:r>
          </a:p>
        </p:txBody>
      </p:sp>
      <p:pic>
        <p:nvPicPr>
          <p:cNvPr id="5" name="Picture 4" descr="Applying this to YOUR proje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49934"/>
            <a:ext cx="8595360" cy="324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project/README.md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Project feedback: bring your design</a:t>
            </a:r>
          </a:p>
        </p:txBody>
      </p:sp>
      <p:pic>
        <p:nvPicPr>
          <p:cNvPr id="5" name="Picture 4" descr="After the recap we go one-on-one. Sketch your pipeline and where it could simplif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96" y="1078992"/>
            <a:ext cx="53768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https://images.unsplash.com/photo-1454165804606-c3d57bc86b40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10594"/>
            <a:ext cx="8595360" cy="21258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14 (paper)</a:t>
            </a:r>
          </a:p>
        </p:txBody>
      </p:sp>
      <p:pic>
        <p:nvPicPr>
          <p:cNvPr id="5" name="Picture 4" descr="Covers Week 14 lecture + Building Effective Agents (Anthropic 2024). ~10 min, closed book. Clear your desk; finish early and your break starts early, need more time and it comes out of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quizzes/quiz-14.md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project work and 1-on-1 feedbac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Project work session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project work + 1-on-1 feedback</a:t>
            </a:r>
          </a:p>
        </p:txBody>
      </p:sp>
      <p:pic>
        <p:nvPicPr>
          <p:cNvPr id="5" name="Picture 4" descr="Activity: project work + 1-on-1 feedba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50071"/>
            <a:ext cx="8595360" cy="20468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weeks/week-14/class-02/exercise/README.md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Optional helper: reproducibility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Run it in Docker before the final to catch "works on my machine"</a:t>
            </a:r>
          </a:p>
        </p:txBody>
      </p:sp>
      <p:pic>
        <p:nvPicPr>
          <p:cNvPr id="6" name="Picture 5" descr="Optional helper: reproducibility che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575" y="1078992"/>
            <a:ext cx="4642850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weeks/week-14/class-02/exercise/repro_check.py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Looking ahead</a:t>
            </a:r>
          </a:p>
        </p:txBody>
      </p:sp>
      <p:pic>
        <p:nvPicPr>
          <p:cNvPr id="5" name="Picture 4" descr="Looking ahea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24" y="1078992"/>
            <a:ext cx="859035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schedule/SCHEDULE.md; photos: Clement Bardot (CC BY-SA 4.0), Alison Wood (CC BY 3.0), Wikimedia Commons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