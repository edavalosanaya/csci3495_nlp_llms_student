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68" r:id="rId3"/>
  </p:sldMasterIdLst>
  <p:notesMasterIdLst>
    <p:notesMasterId r:id="rId4"/>
  </p:notesMasterIdLst>
  <p:sldIdLst>
    <p:sldId id="256" r:id="rId21"/>
    <p:sldId id="257" r:id="rId22"/>
    <p:sldId id="258" r:id="rId20"/>
    <p:sldId id="259" r:id="rId19"/>
    <p:sldId id="260" r:id="rId18"/>
    <p:sldId id="261" r:id="rId17"/>
    <p:sldId id="262" r:id="rId16"/>
    <p:sldId id="263" r:id="rId15"/>
    <p:sldId id="264" r:id="rId14"/>
    <p:sldId id="265" r:id="rId13"/>
    <p:sldId id="266" r:id="rId12"/>
    <p:sldId id="267" r:id="rId11"/>
    <p:sldId id="268" r:id="rId10"/>
    <p:sldId id="269" r:id="rId9"/>
    <p:sldId id="270" r:id="rId8"/>
    <p:sldId id="271" r:id="rId7"/>
    <p:sldId id="272" r:id="rId6"/>
    <p:sldId id="273" r:id="rId5"/>
    <p:sldId id="274" r:id="rId39"/>
    <p:sldId id="275" r:id="rId40"/>
    <p:sldId id="276" r:id="rId41"/>
    <p:sldId id="277" r:id="rId42"/>
    <p:sldId id="278" r:id="rId43"/>
    <p:sldId id="279" r:id="rId44"/>
    <p:sldId id="280" r:id="rId45"/>
    <p:sldId id="281" r:id="rId46"/>
  </p:sldIdLst>
  <p:sldSz cy="5143500" cx="9144000"/>
  <p:notesSz cx="6858000" cy="9144000"/>
  <p:embeddedFontLst>
    <p:embeddedFont>
      <p:font typeface="Roboto"/>
      <p:regular r:id="rId23"/>
      <p:bold r:id="rId24"/>
      <p:italic r:id="rId25"/>
      <p:boldItalic r:id="rId26"/>
    </p:embeddedFont>
    <p:embeddedFont>
      <p:font typeface="Playfair Display"/>
      <p:regular r:id="rId27"/>
      <p:bold r:id="rId28"/>
      <p:italic r:id="rId29"/>
      <p:boldItalic r:id="rId30"/>
    </p:embeddedFont>
    <p:embeddedFont>
      <p:font typeface="Roboto Mono Light"/>
      <p:regular r:id="rId31"/>
      <p:bold r:id="rId32"/>
      <p:italic r:id="rId33"/>
      <p:boldItalic r:id="rId34"/>
    </p:embeddedFont>
    <p:embeddedFont>
      <p:font typeface="Roboto Light"/>
      <p:regular r:id="rId35"/>
      <p:bold r:id="rId36"/>
      <p:italic r:id="rId37"/>
      <p:boldItalic r:id="rId38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5" Type="http://schemas.openxmlformats.org/officeDocument/2006/relationships/slide" Target="slides/slide18.xml"/><Relationship Id="rId6" Type="http://schemas.openxmlformats.org/officeDocument/2006/relationships/slide" Target="slides/slide17.xml"/><Relationship Id="rId7" Type="http://schemas.openxmlformats.org/officeDocument/2006/relationships/slide" Target="slides/slide16.xml"/><Relationship Id="rId8" Type="http://schemas.openxmlformats.org/officeDocument/2006/relationships/slide" Target="slides/slide15.xml"/><Relationship Id="rId9" Type="http://schemas.openxmlformats.org/officeDocument/2006/relationships/slide" Target="slides/slide14.xml"/><Relationship Id="rId10" Type="http://schemas.openxmlformats.org/officeDocument/2006/relationships/slide" Target="slides/slide13.xml"/><Relationship Id="rId11" Type="http://schemas.openxmlformats.org/officeDocument/2006/relationships/slide" Target="slides/slide12.xml"/><Relationship Id="rId12" Type="http://schemas.openxmlformats.org/officeDocument/2006/relationships/slide" Target="slides/slide11.xml"/><Relationship Id="rId13" Type="http://schemas.openxmlformats.org/officeDocument/2006/relationships/slide" Target="slides/slide10.xml"/><Relationship Id="rId14" Type="http://schemas.openxmlformats.org/officeDocument/2006/relationships/slide" Target="slides/slide9.xml"/><Relationship Id="rId15" Type="http://schemas.openxmlformats.org/officeDocument/2006/relationships/slide" Target="slides/slide8.xml"/><Relationship Id="rId16" Type="http://schemas.openxmlformats.org/officeDocument/2006/relationships/slide" Target="slides/slide7.xml"/><Relationship Id="rId17" Type="http://schemas.openxmlformats.org/officeDocument/2006/relationships/slide" Target="slides/slide6.xml"/><Relationship Id="rId18" Type="http://schemas.openxmlformats.org/officeDocument/2006/relationships/slide" Target="slides/slide5.xml"/><Relationship Id="rId19" Type="http://schemas.openxmlformats.org/officeDocument/2006/relationships/slide" Target="slides/slide4.xml"/><Relationship Id="rId20" Type="http://schemas.openxmlformats.org/officeDocument/2006/relationships/slide" Target="slides/slide3.xml"/><Relationship Id="rId21" Type="http://schemas.openxmlformats.org/officeDocument/2006/relationships/slide" Target="slides/slide1.xml"/><Relationship Id="rId22" Type="http://schemas.openxmlformats.org/officeDocument/2006/relationships/slide" Target="slides/slide2.xml"/><Relationship Id="rId23" Type="http://schemas.openxmlformats.org/officeDocument/2006/relationships/font" Target="fonts/Roboto-regular.fntdata"/><Relationship Id="rId24" Type="http://schemas.openxmlformats.org/officeDocument/2006/relationships/font" Target="fonts/Roboto-bold.fntdata"/><Relationship Id="rId25" Type="http://schemas.openxmlformats.org/officeDocument/2006/relationships/font" Target="fonts/Roboto-italic.fntdata"/><Relationship Id="rId26" Type="http://schemas.openxmlformats.org/officeDocument/2006/relationships/font" Target="fonts/Roboto-boldItalic.fntdata"/><Relationship Id="rId27" Type="http://schemas.openxmlformats.org/officeDocument/2006/relationships/font" Target="fonts/PlayfairDisplay-regular.fntdata"/><Relationship Id="rId28" Type="http://schemas.openxmlformats.org/officeDocument/2006/relationships/font" Target="fonts/PlayfairDisplay-bold.fntdata"/><Relationship Id="rId29" Type="http://schemas.openxmlformats.org/officeDocument/2006/relationships/font" Target="fonts/PlayfairDisplay-italic.fntdata"/><Relationship Id="rId30" Type="http://schemas.openxmlformats.org/officeDocument/2006/relationships/font" Target="fonts/PlayfairDisplay-boldItalic.fntdata"/><Relationship Id="rId31" Type="http://schemas.openxmlformats.org/officeDocument/2006/relationships/font" Target="fonts/RobotoMonoLight-regular.fntdata"/><Relationship Id="rId32" Type="http://schemas.openxmlformats.org/officeDocument/2006/relationships/font" Target="fonts/RobotoMonoLight-bold.fntdata"/><Relationship Id="rId33" Type="http://schemas.openxmlformats.org/officeDocument/2006/relationships/font" Target="fonts/RobotoMonoLight-italic.fntdata"/><Relationship Id="rId34" Type="http://schemas.openxmlformats.org/officeDocument/2006/relationships/font" Target="fonts/RobotoMonoLight-boldItalic.fntdata"/><Relationship Id="rId35" Type="http://schemas.openxmlformats.org/officeDocument/2006/relationships/font" Target="fonts/RobotoLight-regular.fntdata"/><Relationship Id="rId36" Type="http://schemas.openxmlformats.org/officeDocument/2006/relationships/font" Target="fonts/RobotoLight-bold.fntdata"/><Relationship Id="rId37" Type="http://schemas.openxmlformats.org/officeDocument/2006/relationships/font" Target="fonts/RobotoLight-italic.fntdata"/><Relationship Id="rId38" Type="http://schemas.openxmlformats.org/officeDocument/2006/relationships/font" Target="fonts/RobotoLight-boldItalic.fntdata"/><Relationship Id="rId39" Type="http://schemas.openxmlformats.org/officeDocument/2006/relationships/slide" Target="slides/slide19.xml"/><Relationship Id="rId40" Type="http://schemas.openxmlformats.org/officeDocument/2006/relationships/slide" Target="slides/slide20.xml"/><Relationship Id="rId41" Type="http://schemas.openxmlformats.org/officeDocument/2006/relationships/slide" Target="slides/slide21.xml"/><Relationship Id="rId42" Type="http://schemas.openxmlformats.org/officeDocument/2006/relationships/slide" Target="slides/slide22.xml"/><Relationship Id="rId43" Type="http://schemas.openxmlformats.org/officeDocument/2006/relationships/slide" Target="slides/slide23.xml"/><Relationship Id="rId44" Type="http://schemas.openxmlformats.org/officeDocument/2006/relationships/slide" Target="slides/slide24.xml"/><Relationship Id="rId45" Type="http://schemas.openxmlformats.org/officeDocument/2006/relationships/slide" Target="slides/slide25.xml"/><Relationship Id="rId46" Type="http://schemas.openxmlformats.org/officeDocument/2006/relationships/slide" Target="slides/slide2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523" y="685800"/>
            <a:ext cx="45717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399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3.jp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Relationship Id="rId3" Type="http://schemas.openxmlformats.org/officeDocument/2006/relationships/image" Target="../media/image8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5.jp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5.jpg"/><Relationship Id="rId3" Type="http://schemas.openxmlformats.org/officeDocument/2006/relationships/image" Target="../media/image26.jpg"/><Relationship Id="rId4" Type="http://schemas.openxmlformats.org/officeDocument/2006/relationships/image" Target="../media/image27.jp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8.jp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9.jp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4.jp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Cover Page" type="blank">
  <p:cSld name="BLANK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/>
          <p:nvPr/>
        </p:nvSpPr>
        <p:spPr>
          <a:xfrm>
            <a:off x="0" y="3390300"/>
            <a:ext cx="9144000" cy="1753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11" name="Google Shape;11;p2"/>
          <p:cNvPicPr preferRelativeResize="0"/>
          <p:nvPr/>
        </p:nvPicPr>
        <p:blipFill rotWithShape="1">
          <a:blip r:embed="rId2">
            <a:alphaModFix/>
          </a:blip>
          <a:srcRect b="13732" l="600" r="-600" t="43847"/>
          <a:stretch/>
        </p:blipFill>
        <p:spPr>
          <a:xfrm>
            <a:off x="0" y="-70472"/>
            <a:ext cx="9198797" cy="3460774"/>
          </a:xfrm>
          <a:prstGeom prst="rect">
            <a:avLst/>
          </a:prstGeom>
          <a:noFill/>
          <a:ln>
            <a:noFill/>
          </a:ln>
        </p:spPr>
      </p:pic>
      <p:sp>
        <p:nvSpPr>
          <p:cNvPr id="12" name="Google Shape;12;p2"/>
          <p:cNvSpPr txBox="1"/>
          <p:nvPr>
            <p:ph type="title"/>
          </p:nvPr>
        </p:nvSpPr>
        <p:spPr>
          <a:xfrm>
            <a:off x="493923" y="976378"/>
            <a:ext cx="8005800" cy="1824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600"/>
              <a:buFont typeface="Playfair Display"/>
              <a:buNone/>
              <a:defRPr i="0" sz="3600" u="none" cap="none" strike="noStrike">
                <a:solidFill>
                  <a:srgbClr val="FFFFFF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13" name="Google Shape;13;p2"/>
          <p:cNvSpPr txBox="1"/>
          <p:nvPr>
            <p:ph idx="1" type="subTitle"/>
          </p:nvPr>
        </p:nvSpPr>
        <p:spPr>
          <a:xfrm>
            <a:off x="493926" y="3549825"/>
            <a:ext cx="7661100" cy="9708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>
                <a:solidFill>
                  <a:schemeClr val="dk1"/>
                </a:solidFill>
              </a:defRPr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14" name="Google Shape;14;p2"/>
          <p:cNvSpPr txBox="1"/>
          <p:nvPr>
            <p:ph idx="2" type="subTitle"/>
          </p:nvPr>
        </p:nvSpPr>
        <p:spPr>
          <a:xfrm>
            <a:off x="493923" y="4079316"/>
            <a:ext cx="7327800" cy="29871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sz="18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Title + 2 Columns">
  <p:cSld name="2_Portfolio Thre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 txBox="1"/>
          <p:nvPr>
            <p:ph idx="1" type="body"/>
          </p:nvPr>
        </p:nvSpPr>
        <p:spPr>
          <a:xfrm>
            <a:off x="509577" y="1369219"/>
            <a:ext cx="36882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17" name="Google Shape;17;p3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18" name="Google Shape;18;p3"/>
          <p:cNvSpPr txBox="1"/>
          <p:nvPr>
            <p:ph idx="2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19" name="Google Shape;19;p3"/>
          <p:cNvSpPr txBox="1"/>
          <p:nvPr>
            <p:ph idx="3" type="body"/>
          </p:nvPr>
        </p:nvSpPr>
        <p:spPr>
          <a:xfrm>
            <a:off x="4827127" y="1369219"/>
            <a:ext cx="36882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Title + 3 Columns">
  <p:cSld name="1_Slide with Placeholder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4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22" name="Google Shape;22;p4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23" name="Google Shape;23;p4"/>
          <p:cNvSpPr txBox="1"/>
          <p:nvPr>
            <p:ph idx="2" type="body"/>
          </p:nvPr>
        </p:nvSpPr>
        <p:spPr>
          <a:xfrm>
            <a:off x="552175" y="1369225"/>
            <a:ext cx="2502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24" name="Google Shape;24;p4"/>
          <p:cNvSpPr txBox="1"/>
          <p:nvPr>
            <p:ph idx="3" type="body"/>
          </p:nvPr>
        </p:nvSpPr>
        <p:spPr>
          <a:xfrm>
            <a:off x="3337475" y="1369225"/>
            <a:ext cx="2502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25" name="Google Shape;25;p4"/>
          <p:cNvSpPr txBox="1"/>
          <p:nvPr>
            <p:ph idx="4" type="body"/>
          </p:nvPr>
        </p:nvSpPr>
        <p:spPr>
          <a:xfrm>
            <a:off x="6160800" y="1369225"/>
            <a:ext cx="2502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6_Cover Slide">
  <p:cSld name="Cover Slide">
    <p:spTree>
      <p:nvGrpSpPr>
        <p:cNvPr id="26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" name="Google Shape;27;p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595" y="0"/>
            <a:ext cx="9142810" cy="514283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6_Cover Slide with Logo">
  <p:cSld name="Cover Slide_2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" name="Google Shape;29;p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595" y="0"/>
            <a:ext cx="9142810" cy="5142831"/>
          </a:xfrm>
          <a:prstGeom prst="rect">
            <a:avLst/>
          </a:prstGeom>
          <a:noFill/>
          <a:ln>
            <a:noFill/>
          </a:ln>
        </p:spPr>
      </p:pic>
      <p:pic>
        <p:nvPicPr>
          <p:cNvPr id="30" name="Google Shape;30;p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103514" y="628706"/>
            <a:ext cx="4936973" cy="388558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6_Acknowledgments Slide">
  <p:cSld name="Cover Slide_1">
    <p:spTree>
      <p:nvGrpSpPr>
        <p:cNvPr id="3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2" name="Google Shape;32;p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595" y="0"/>
            <a:ext cx="9142810" cy="5142831"/>
          </a:xfrm>
          <a:prstGeom prst="rect">
            <a:avLst/>
          </a:prstGeom>
          <a:noFill/>
          <a:ln>
            <a:noFill/>
          </a:ln>
        </p:spPr>
      </p:pic>
      <p:sp>
        <p:nvSpPr>
          <p:cNvPr id="33" name="Google Shape;33;p7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600"/>
              <a:buFont typeface="Playfair Display"/>
              <a:buNone/>
              <a:defRPr i="0" sz="5600" u="none" cap="none" strike="noStrike">
                <a:solidFill>
                  <a:schemeClr val="lt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34" name="Google Shape;34;p7"/>
          <p:cNvSpPr txBox="1"/>
          <p:nvPr>
            <p:ph idx="1" type="subTitle"/>
          </p:nvPr>
        </p:nvSpPr>
        <p:spPr>
          <a:xfrm>
            <a:off x="509521" y="1401113"/>
            <a:ext cx="5120100" cy="15582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sz="2700">
                <a:solidFill>
                  <a:schemeClr val="lt1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Title only">
  <p:cSld name="Custom Layout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8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37" name="Google Shape;37;p8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Big Concept Slide">
  <p:cSld name="Slide with Placeholder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9"/>
          <p:cNvSpPr txBox="1"/>
          <p:nvPr>
            <p:ph type="title"/>
          </p:nvPr>
        </p:nvSpPr>
        <p:spPr>
          <a:xfrm>
            <a:off x="509577" y="2245519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40" name="Google Shape;40;p9"/>
          <p:cNvSpPr txBox="1"/>
          <p:nvPr>
            <p:ph idx="1" type="subTitle"/>
          </p:nvPr>
        </p:nvSpPr>
        <p:spPr>
          <a:xfrm>
            <a:off x="509577" y="3154509"/>
            <a:ext cx="6737700" cy="9531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Text and Photo">
  <p:cSld name="Large Picture with Logo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43" name="Google Shape;43;p10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pic>
        <p:nvPicPr>
          <p:cNvPr id="44" name="Google Shape;44;p10"/>
          <p:cNvPicPr preferRelativeResize="0"/>
          <p:nvPr/>
        </p:nvPicPr>
        <p:blipFill rotWithShape="1">
          <a:blip r:embed="rId2">
            <a:alphaModFix/>
          </a:blip>
          <a:srcRect b="2009" l="27412" r="6551" t="0"/>
          <a:stretch/>
        </p:blipFill>
        <p:spPr>
          <a:xfrm>
            <a:off x="7006675" y="-56025"/>
            <a:ext cx="2176574" cy="4846049"/>
          </a:xfrm>
          <a:prstGeom prst="rect">
            <a:avLst/>
          </a:prstGeom>
          <a:noFill/>
          <a:ln>
            <a:noFill/>
          </a:ln>
        </p:spPr>
      </p:pic>
      <p:sp>
        <p:nvSpPr>
          <p:cNvPr id="45" name="Google Shape;45;p10"/>
          <p:cNvSpPr txBox="1"/>
          <p:nvPr>
            <p:ph idx="2" type="body"/>
          </p:nvPr>
        </p:nvSpPr>
        <p:spPr>
          <a:xfrm>
            <a:off x="555675" y="1369225"/>
            <a:ext cx="59745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Text and Photo 1">
  <p:cSld name="Large Picture with Logo_1">
    <p:spTree>
      <p:nvGrpSpPr>
        <p:cNvPr id="46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p11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48" name="Google Shape;48;p11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49" name="Google Shape;49;p11"/>
          <p:cNvSpPr txBox="1"/>
          <p:nvPr>
            <p:ph idx="2" type="body"/>
          </p:nvPr>
        </p:nvSpPr>
        <p:spPr>
          <a:xfrm>
            <a:off x="555675" y="1369225"/>
            <a:ext cx="59745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Text and Photo 2">
  <p:cSld name="Large Picture with Logo_1_1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2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52" name="Google Shape;52;p12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pic>
        <p:nvPicPr>
          <p:cNvPr id="53" name="Google Shape;53;p12"/>
          <p:cNvPicPr preferRelativeResize="0"/>
          <p:nvPr/>
        </p:nvPicPr>
        <p:blipFill rotWithShape="1">
          <a:blip r:embed="rId2">
            <a:alphaModFix/>
          </a:blip>
          <a:srcRect b="0" l="27412" r="6551" t="0"/>
          <a:stretch/>
        </p:blipFill>
        <p:spPr>
          <a:xfrm>
            <a:off x="7006675" y="-57150"/>
            <a:ext cx="2137324" cy="4856125"/>
          </a:xfrm>
          <a:prstGeom prst="rect">
            <a:avLst/>
          </a:prstGeom>
          <a:noFill/>
          <a:ln>
            <a:noFill/>
          </a:ln>
        </p:spPr>
      </p:pic>
      <p:pic>
        <p:nvPicPr>
          <p:cNvPr id="54" name="Google Shape;54;p12"/>
          <p:cNvPicPr preferRelativeResize="0"/>
          <p:nvPr/>
        </p:nvPicPr>
        <p:blipFill rotWithShape="1">
          <a:blip r:embed="rId3">
            <a:alphaModFix/>
          </a:blip>
          <a:srcRect b="0" l="8950" r="0" t="0"/>
          <a:stretch/>
        </p:blipFill>
        <p:spPr>
          <a:xfrm>
            <a:off x="7006665" y="-57150"/>
            <a:ext cx="6633784" cy="4856124"/>
          </a:xfrm>
          <a:prstGeom prst="rect">
            <a:avLst/>
          </a:prstGeom>
          <a:noFill/>
          <a:ln>
            <a:noFill/>
          </a:ln>
        </p:spPr>
      </p:pic>
      <p:pic>
        <p:nvPicPr>
          <p:cNvPr id="55" name="Google Shape;55;p12"/>
          <p:cNvPicPr preferRelativeResize="0"/>
          <p:nvPr/>
        </p:nvPicPr>
        <p:blipFill rotWithShape="1">
          <a:blip r:embed="rId4">
            <a:alphaModFix/>
          </a:blip>
          <a:srcRect b="0" l="39028" r="0" t="0"/>
          <a:stretch/>
        </p:blipFill>
        <p:spPr>
          <a:xfrm>
            <a:off x="7006676" y="-57150"/>
            <a:ext cx="4442373" cy="4856124"/>
          </a:xfrm>
          <a:prstGeom prst="rect">
            <a:avLst/>
          </a:prstGeom>
          <a:noFill/>
          <a:ln>
            <a:noFill/>
          </a:ln>
        </p:spPr>
      </p:pic>
      <p:sp>
        <p:nvSpPr>
          <p:cNvPr id="56" name="Google Shape;56;p12"/>
          <p:cNvSpPr txBox="1"/>
          <p:nvPr>
            <p:ph idx="2" type="body"/>
          </p:nvPr>
        </p:nvSpPr>
        <p:spPr>
          <a:xfrm>
            <a:off x="555675" y="1369225"/>
            <a:ext cx="59745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Text and Photo 3">
  <p:cSld name="Large Picture with Logo_1_1_1">
    <p:spTree>
      <p:nvGrpSpPr>
        <p:cNvPr id="57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p13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59" name="Google Shape;59;p13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pic>
        <p:nvPicPr>
          <p:cNvPr id="60" name="Google Shape;60;p13"/>
          <p:cNvPicPr preferRelativeResize="0"/>
          <p:nvPr/>
        </p:nvPicPr>
        <p:blipFill rotWithShape="1">
          <a:blip r:embed="rId2">
            <a:alphaModFix/>
          </a:blip>
          <a:srcRect b="0" l="24210" r="1252" t="0"/>
          <a:stretch/>
        </p:blipFill>
        <p:spPr>
          <a:xfrm>
            <a:off x="7006675" y="-57150"/>
            <a:ext cx="5430948" cy="4856124"/>
          </a:xfrm>
          <a:prstGeom prst="rect">
            <a:avLst/>
          </a:prstGeom>
          <a:noFill/>
          <a:ln>
            <a:noFill/>
          </a:ln>
        </p:spPr>
      </p:pic>
      <p:sp>
        <p:nvSpPr>
          <p:cNvPr id="61" name="Google Shape;61;p13"/>
          <p:cNvSpPr txBox="1"/>
          <p:nvPr>
            <p:ph idx="2" type="body"/>
          </p:nvPr>
        </p:nvSpPr>
        <p:spPr>
          <a:xfrm>
            <a:off x="555675" y="1369225"/>
            <a:ext cx="59745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Text and Photo 4">
  <p:cSld name="Large Picture with Logo_1_1_1_1"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14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64" name="Google Shape;64;p14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pic>
        <p:nvPicPr>
          <p:cNvPr id="65" name="Google Shape;65;p14"/>
          <p:cNvPicPr preferRelativeResize="0"/>
          <p:nvPr/>
        </p:nvPicPr>
        <p:blipFill rotWithShape="1">
          <a:blip r:embed="rId2">
            <a:alphaModFix/>
          </a:blip>
          <a:srcRect b="0" l="34525" r="0" t="0"/>
          <a:stretch/>
        </p:blipFill>
        <p:spPr>
          <a:xfrm>
            <a:off x="7010075" y="-57150"/>
            <a:ext cx="2543048" cy="4856125"/>
          </a:xfrm>
          <a:prstGeom prst="rect">
            <a:avLst/>
          </a:prstGeom>
          <a:noFill/>
          <a:ln>
            <a:noFill/>
          </a:ln>
        </p:spPr>
      </p:pic>
      <p:sp>
        <p:nvSpPr>
          <p:cNvPr id="66" name="Google Shape;66;p14"/>
          <p:cNvSpPr txBox="1"/>
          <p:nvPr>
            <p:ph idx="2" type="body"/>
          </p:nvPr>
        </p:nvSpPr>
        <p:spPr>
          <a:xfrm>
            <a:off x="555675" y="1369225"/>
            <a:ext cx="59745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Text with Large Photo">
  <p:cSld name="3_Placeholder">
    <p:spTree>
      <p:nvGrpSpPr>
        <p:cNvPr id="67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15"/>
          <p:cNvSpPr txBox="1"/>
          <p:nvPr>
            <p:ph type="title"/>
          </p:nvPr>
        </p:nvSpPr>
        <p:spPr>
          <a:xfrm>
            <a:off x="509577" y="702469"/>
            <a:ext cx="22071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00"/>
              <a:buFont typeface="Playfair Display"/>
              <a:buNone/>
              <a:defRPr i="0" sz="27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69" name="Google Shape;69;p15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70" name="Google Shape;70;p15"/>
          <p:cNvSpPr txBox="1"/>
          <p:nvPr>
            <p:ph idx="2" type="body"/>
          </p:nvPr>
        </p:nvSpPr>
        <p:spPr>
          <a:xfrm>
            <a:off x="509575" y="1902650"/>
            <a:ext cx="225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Text with Large Photo 1">
  <p:cSld name="3_Placeholder_1"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16"/>
          <p:cNvSpPr txBox="1"/>
          <p:nvPr>
            <p:ph type="title"/>
          </p:nvPr>
        </p:nvSpPr>
        <p:spPr>
          <a:xfrm>
            <a:off x="509577" y="702469"/>
            <a:ext cx="22071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00"/>
              <a:buFont typeface="Playfair Display"/>
              <a:buNone/>
              <a:defRPr i="0" sz="27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73" name="Google Shape;73;p16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74" name="Google Shape;74;p16"/>
          <p:cNvSpPr txBox="1"/>
          <p:nvPr>
            <p:ph idx="2" type="body"/>
          </p:nvPr>
        </p:nvSpPr>
        <p:spPr>
          <a:xfrm>
            <a:off x="509575" y="1902650"/>
            <a:ext cx="225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5_Single Statistic">
  <p:cSld name="1_Placeholder"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p17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77" name="Google Shape;77;p17"/>
          <p:cNvSpPr txBox="1"/>
          <p:nvPr>
            <p:ph type="title"/>
          </p:nvPr>
        </p:nvSpPr>
        <p:spPr>
          <a:xfrm>
            <a:off x="454066" y="1824338"/>
            <a:ext cx="4305900" cy="13851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9400">
                <a:solidFill>
                  <a:schemeClr val="accent1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78" name="Google Shape;78;p17"/>
          <p:cNvSpPr txBox="1"/>
          <p:nvPr>
            <p:ph idx="2" type="subTitle"/>
          </p:nvPr>
        </p:nvSpPr>
        <p:spPr>
          <a:xfrm>
            <a:off x="454066" y="3127509"/>
            <a:ext cx="8353200" cy="7152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sz="1800"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79" name="Google Shape;79;p17"/>
          <p:cNvSpPr txBox="1"/>
          <p:nvPr>
            <p:ph idx="3" type="subTitle"/>
          </p:nvPr>
        </p:nvSpPr>
        <p:spPr>
          <a:xfrm>
            <a:off x="4838166" y="1824350"/>
            <a:ext cx="3866400" cy="11745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80" name="Google Shape;80;p17"/>
          <p:cNvSpPr txBox="1"/>
          <p:nvPr>
            <p:ph idx="4" type="title"/>
          </p:nvPr>
        </p:nvSpPr>
        <p:spPr>
          <a:xfrm>
            <a:off x="509577" y="837514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5_Multiple Statistics">
  <p:cSld name="1_Placeholder_1">
    <p:spTree>
      <p:nvGrpSpPr>
        <p:cNvPr id="8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18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83" name="Google Shape;83;p18"/>
          <p:cNvSpPr txBox="1"/>
          <p:nvPr>
            <p:ph type="title"/>
          </p:nvPr>
        </p:nvSpPr>
        <p:spPr>
          <a:xfrm>
            <a:off x="454066" y="759488"/>
            <a:ext cx="4305900" cy="13851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7500">
                <a:solidFill>
                  <a:schemeClr val="accent1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84" name="Google Shape;84;p18"/>
          <p:cNvSpPr txBox="1"/>
          <p:nvPr>
            <p:ph idx="2" type="subTitle"/>
          </p:nvPr>
        </p:nvSpPr>
        <p:spPr>
          <a:xfrm>
            <a:off x="4759893" y="759488"/>
            <a:ext cx="4008300" cy="11745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85" name="Google Shape;85;p18"/>
          <p:cNvSpPr txBox="1"/>
          <p:nvPr>
            <p:ph idx="3" type="title"/>
          </p:nvPr>
        </p:nvSpPr>
        <p:spPr>
          <a:xfrm>
            <a:off x="454066" y="2037533"/>
            <a:ext cx="4305900" cy="13851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7500">
                <a:solidFill>
                  <a:schemeClr val="accent5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86" name="Google Shape;86;p18"/>
          <p:cNvSpPr txBox="1"/>
          <p:nvPr>
            <p:ph idx="4" type="subTitle"/>
          </p:nvPr>
        </p:nvSpPr>
        <p:spPr>
          <a:xfrm>
            <a:off x="4759893" y="2037533"/>
            <a:ext cx="4008300" cy="11745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87" name="Google Shape;87;p18"/>
          <p:cNvSpPr txBox="1"/>
          <p:nvPr>
            <p:ph idx="5" type="title"/>
          </p:nvPr>
        </p:nvSpPr>
        <p:spPr>
          <a:xfrm>
            <a:off x="454066" y="3437708"/>
            <a:ext cx="4305900" cy="13851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7500">
                <a:solidFill>
                  <a:schemeClr val="accent6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88" name="Google Shape;88;p18"/>
          <p:cNvSpPr txBox="1"/>
          <p:nvPr>
            <p:ph idx="6" type="subTitle"/>
          </p:nvPr>
        </p:nvSpPr>
        <p:spPr>
          <a:xfrm>
            <a:off x="4759893" y="3437709"/>
            <a:ext cx="4008300" cy="11745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5_Quote">
  <p:cSld name="CUSTOM">
    <p:spTree>
      <p:nvGrpSpPr>
        <p:cNvPr id="89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19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91" name="Google Shape;91;p19"/>
          <p:cNvSpPr/>
          <p:nvPr/>
        </p:nvSpPr>
        <p:spPr>
          <a:xfrm>
            <a:off x="5748887" y="1561152"/>
            <a:ext cx="1718100" cy="219300"/>
          </a:xfrm>
          <a:prstGeom prst="rect">
            <a:avLst/>
          </a:prstGeom>
          <a:solidFill>
            <a:srgbClr val="738D33"/>
          </a:solidFill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2" name="Google Shape;92;p19"/>
          <p:cNvSpPr/>
          <p:nvPr/>
        </p:nvSpPr>
        <p:spPr>
          <a:xfrm>
            <a:off x="7467434" y="1561152"/>
            <a:ext cx="1718100" cy="219300"/>
          </a:xfrm>
          <a:prstGeom prst="rect">
            <a:avLst/>
          </a:prstGeom>
          <a:solidFill>
            <a:srgbClr val="625578"/>
          </a:solidFill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9"/>
          <p:cNvSpPr/>
          <p:nvPr/>
        </p:nvSpPr>
        <p:spPr>
          <a:xfrm>
            <a:off x="0" y="1561152"/>
            <a:ext cx="1718100" cy="219300"/>
          </a:xfrm>
          <a:prstGeom prst="rect">
            <a:avLst/>
          </a:prstGeom>
          <a:solidFill>
            <a:srgbClr val="FFB600"/>
          </a:solidFill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4" name="Google Shape;94;p19"/>
          <p:cNvSpPr/>
          <p:nvPr/>
        </p:nvSpPr>
        <p:spPr>
          <a:xfrm>
            <a:off x="1718076" y="1561152"/>
            <a:ext cx="1718100" cy="219300"/>
          </a:xfrm>
          <a:prstGeom prst="rect">
            <a:avLst/>
          </a:prstGeom>
          <a:solidFill>
            <a:srgbClr val="498DA0"/>
          </a:solidFill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5" name="Google Shape;95;p19"/>
          <p:cNvSpPr txBox="1"/>
          <p:nvPr/>
        </p:nvSpPr>
        <p:spPr>
          <a:xfrm>
            <a:off x="3589051" y="975950"/>
            <a:ext cx="1965900" cy="875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2000">
                <a:solidFill>
                  <a:srgbClr val="818387"/>
                </a:solidFill>
              </a:rPr>
              <a:t>“</a:t>
            </a:r>
            <a:endParaRPr b="1" sz="12000">
              <a:solidFill>
                <a:srgbClr val="818387"/>
              </a:solidFill>
            </a:endParaRPr>
          </a:p>
        </p:txBody>
      </p:sp>
      <p:sp>
        <p:nvSpPr>
          <p:cNvPr id="96" name="Google Shape;96;p19"/>
          <p:cNvSpPr txBox="1"/>
          <p:nvPr>
            <p:ph type="title"/>
          </p:nvPr>
        </p:nvSpPr>
        <p:spPr>
          <a:xfrm>
            <a:off x="1682308" y="2130769"/>
            <a:ext cx="5779500" cy="19626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None/>
              <a:defRPr sz="4500"/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97" name="Google Shape;97;p19"/>
          <p:cNvSpPr txBox="1"/>
          <p:nvPr>
            <p:ph idx="2" type="subTitle"/>
          </p:nvPr>
        </p:nvSpPr>
        <p:spPr>
          <a:xfrm>
            <a:off x="3300470" y="3999056"/>
            <a:ext cx="2543100" cy="3846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 algn="ctr">
              <a:spcBef>
                <a:spcPts val="700"/>
              </a:spcBef>
              <a:spcAft>
                <a:spcPts val="0"/>
              </a:spcAft>
              <a:buNone/>
              <a:defRPr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3_Title Slide" showMasterSp="0">
  <p:cSld name="13_Title Slide"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20"/>
          <p:cNvSpPr/>
          <p:nvPr>
            <p:ph idx="2" type="pic"/>
          </p:nvPr>
        </p:nvSpPr>
        <p:spPr>
          <a:xfrm>
            <a:off x="192505" y="514350"/>
            <a:ext cx="1600200" cy="4629300"/>
          </a:xfrm>
          <a:prstGeom prst="rect">
            <a:avLst/>
          </a:prstGeom>
          <a:noFill/>
          <a:ln>
            <a:noFill/>
          </a:ln>
        </p:spPr>
      </p:sp>
      <p:sp>
        <p:nvSpPr>
          <p:cNvPr id="100" name="Google Shape;100;p20"/>
          <p:cNvSpPr/>
          <p:nvPr>
            <p:ph idx="3" type="pic"/>
          </p:nvPr>
        </p:nvSpPr>
        <p:spPr>
          <a:xfrm>
            <a:off x="1997242" y="0"/>
            <a:ext cx="1600200" cy="4629300"/>
          </a:xfrm>
          <a:prstGeom prst="rect">
            <a:avLst/>
          </a:prstGeom>
          <a:noFill/>
          <a:ln>
            <a:noFill/>
          </a:ln>
        </p:spPr>
      </p:sp>
      <p:sp>
        <p:nvSpPr>
          <p:cNvPr id="101" name="Google Shape;101;p20"/>
          <p:cNvSpPr/>
          <p:nvPr>
            <p:ph idx="4" type="pic"/>
          </p:nvPr>
        </p:nvSpPr>
        <p:spPr>
          <a:xfrm>
            <a:off x="3801980" y="514350"/>
            <a:ext cx="1600200" cy="4629300"/>
          </a:xfrm>
          <a:prstGeom prst="rect">
            <a:avLst/>
          </a:prstGeom>
          <a:noFill/>
          <a:ln>
            <a:noFill/>
          </a:ln>
        </p:spPr>
      </p:sp>
      <p:sp>
        <p:nvSpPr>
          <p:cNvPr id="102" name="Google Shape;102;p20"/>
          <p:cNvSpPr/>
          <p:nvPr>
            <p:ph idx="5" type="pic"/>
          </p:nvPr>
        </p:nvSpPr>
        <p:spPr>
          <a:xfrm>
            <a:off x="5606716" y="0"/>
            <a:ext cx="1600200" cy="4629300"/>
          </a:xfrm>
          <a:prstGeom prst="rect">
            <a:avLst/>
          </a:prstGeom>
          <a:noFill/>
          <a:ln>
            <a:noFill/>
          </a:ln>
        </p:spPr>
      </p:sp>
      <p:sp>
        <p:nvSpPr>
          <p:cNvPr id="103" name="Google Shape;103;p20"/>
          <p:cNvSpPr/>
          <p:nvPr>
            <p:ph idx="6" type="pic"/>
          </p:nvPr>
        </p:nvSpPr>
        <p:spPr>
          <a:xfrm>
            <a:off x="7411453" y="514350"/>
            <a:ext cx="1600200" cy="46293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Cover Page 1">
  <p:cSld name="1_Cover Page"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1"/>
          <p:cNvSpPr/>
          <p:nvPr/>
        </p:nvSpPr>
        <p:spPr>
          <a:xfrm>
            <a:off x="-53437" y="3390300"/>
            <a:ext cx="9197400" cy="1753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06" name="Google Shape;106;p21"/>
          <p:cNvPicPr preferRelativeResize="0"/>
          <p:nvPr/>
        </p:nvPicPr>
        <p:blipFill rotWithShape="1">
          <a:blip r:embed="rId2">
            <a:alphaModFix/>
          </a:blip>
          <a:srcRect b="13732" l="0" r="-563" t="43844"/>
          <a:stretch/>
        </p:blipFill>
        <p:spPr>
          <a:xfrm>
            <a:off x="-53437" y="-70462"/>
            <a:ext cx="9250875" cy="3460759"/>
          </a:xfrm>
          <a:prstGeom prst="rect">
            <a:avLst/>
          </a:prstGeom>
          <a:noFill/>
          <a:ln>
            <a:noFill/>
          </a:ln>
        </p:spPr>
      </p:pic>
      <p:sp>
        <p:nvSpPr>
          <p:cNvPr id="107" name="Google Shape;107;p21"/>
          <p:cNvSpPr txBox="1"/>
          <p:nvPr>
            <p:ph type="title"/>
          </p:nvPr>
        </p:nvSpPr>
        <p:spPr>
          <a:xfrm>
            <a:off x="493923" y="976378"/>
            <a:ext cx="8005800" cy="1824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700" lIns="25700" spcFirstLastPara="1" rIns="25700" wrap="square" tIns="25700">
            <a:norm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700"/>
              <a:buFont typeface="Playfair Display"/>
              <a:buNone/>
              <a:defRPr i="0" sz="3600" u="none" cap="none" strike="noStrike">
                <a:solidFill>
                  <a:srgbClr val="FFFFFF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Arial"/>
              <a:buNone/>
              <a:defRPr sz="7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Arial"/>
              <a:buNone/>
              <a:defRPr sz="7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Arial"/>
              <a:buNone/>
              <a:defRPr sz="7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Arial"/>
              <a:buNone/>
              <a:defRPr sz="7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Arial"/>
              <a:buNone/>
              <a:defRPr sz="7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Arial"/>
              <a:buNone/>
              <a:defRPr sz="7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Arial"/>
              <a:buNone/>
              <a:defRPr sz="7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Arial"/>
              <a:buNone/>
              <a:defRPr sz="700"/>
            </a:lvl9pPr>
          </a:lstStyle>
          <a:p/>
        </p:txBody>
      </p:sp>
      <p:sp>
        <p:nvSpPr>
          <p:cNvPr id="108" name="Google Shape;108;p21"/>
          <p:cNvSpPr txBox="1"/>
          <p:nvPr>
            <p:ph idx="1" type="subTitle"/>
          </p:nvPr>
        </p:nvSpPr>
        <p:spPr>
          <a:xfrm>
            <a:off x="493926" y="3549825"/>
            <a:ext cx="7661100" cy="9708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rm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1pPr>
            <a:lvl2pPr lvl="1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2pPr>
            <a:lvl3pPr lvl="2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3pPr>
            <a:lvl4pPr lvl="3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4pPr>
            <a:lvl5pPr lvl="4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5pPr>
            <a:lvl6pPr lvl="5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6pPr>
            <a:lvl7pPr lvl="6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7pPr>
            <a:lvl8pPr lvl="7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8pPr>
            <a:lvl9pPr lvl="8" algn="l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Clr>
                <a:schemeClr val="dk1"/>
              </a:buClr>
              <a:buSzPts val="1100"/>
              <a:buNone/>
              <a:defRPr/>
            </a:lvl9pPr>
          </a:lstStyle>
          <a:p/>
        </p:txBody>
      </p:sp>
      <p:sp>
        <p:nvSpPr>
          <p:cNvPr id="109" name="Google Shape;109;p21"/>
          <p:cNvSpPr txBox="1"/>
          <p:nvPr>
            <p:ph idx="2" type="subTitle"/>
          </p:nvPr>
        </p:nvSpPr>
        <p:spPr>
          <a:xfrm>
            <a:off x="493923" y="4079316"/>
            <a:ext cx="7327800" cy="29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rm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800"/>
            </a:lvl1pPr>
            <a:lvl2pPr lvl="1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2pPr>
            <a:lvl3pPr lvl="2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3pPr>
            <a:lvl4pPr lvl="3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4pPr>
            <a:lvl5pPr lvl="4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5pPr>
            <a:lvl6pPr lvl="5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6pPr>
            <a:lvl7pPr lvl="6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7pPr>
            <a:lvl8pPr lvl="7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8pPr>
            <a:lvl9pPr lvl="8" algn="l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Clr>
                <a:schemeClr val="dk1"/>
              </a:buClr>
              <a:buSzPts val="11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image" Target="../media/image6.jpg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<Relationship Id="rId14" Type="http://schemas.openxmlformats.org/officeDocument/2006/relationships/slideLayout" Target="../slideLayouts/slideLayout13.xml"/><Relationship Id="rId15" Type="http://schemas.openxmlformats.org/officeDocument/2006/relationships/slideLayout" Target="../slideLayouts/slideLayout14.xml"/><Relationship Id="rId16" Type="http://schemas.openxmlformats.org/officeDocument/2006/relationships/slideLayout" Target="../slideLayouts/slideLayout15.xml"/><Relationship Id="rId17" Type="http://schemas.openxmlformats.org/officeDocument/2006/relationships/slideLayout" Target="../slideLayouts/slideLayout16.xml"/><Relationship Id="rId18" Type="http://schemas.openxmlformats.org/officeDocument/2006/relationships/slideLayout" Target="../slideLayouts/slideLayout17.xml"/><Relationship Id="rId19" Type="http://schemas.openxmlformats.org/officeDocument/2006/relationships/slideLayout" Target="../slideLayouts/slideLayout18.xml"/><Relationship Id="rId20" Type="http://schemas.openxmlformats.org/officeDocument/2006/relationships/slideLayout" Target="../slideLayouts/slideLayout19.xml"/><Relationship Id="rId21" Type="http://schemas.openxmlformats.org/officeDocument/2006/relationships/slideLayout" Target="../slideLayouts/slideLayout20.xml"/><Relationship Id="rId22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509577" y="1401113"/>
            <a:ext cx="80058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dk2"/>
              </a:buClr>
              <a:buSzPts val="2200"/>
              <a:buFont typeface="Roboto"/>
              <a:buNone/>
              <a:defRPr i="0" sz="22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-228600" lvl="1" marL="914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"/>
              <a:buNone/>
              <a:defRPr i="0" sz="18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-228600" lvl="2" marL="1371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500"/>
              <a:buFont typeface="Roboto"/>
              <a:buNone/>
              <a:defRPr i="0" sz="15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-228600" lvl="3" marL="1828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None/>
              <a:defRPr i="0" sz="13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-228600" lvl="4" marL="22860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None/>
              <a:defRPr i="0" sz="11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-285750" lvl="5" marL="27432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sz="5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pic>
        <p:nvPicPr>
          <p:cNvPr id="8" name="Google Shape;8;p1"/>
          <p:cNvPicPr preferRelativeResize="0"/>
          <p:nvPr/>
        </p:nvPicPr>
        <p:blipFill rotWithShape="1">
          <a:blip r:embed="rId1">
            <a:alphaModFix/>
          </a:blip>
          <a:srcRect b="0" l="0" r="0" t="35296"/>
          <a:stretch/>
        </p:blipFill>
        <p:spPr>
          <a:xfrm>
            <a:off x="0" y="4794384"/>
            <a:ext cx="9144000" cy="349116"/>
          </a:xfrm>
          <a:prstGeom prst="rect">
            <a:avLst/>
          </a:prstGeom>
          <a:noFill/>
          <a:ln>
            <a:noFill/>
          </a:ln>
        </p:spPr>
      </p:pic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2"/>
    <p:sldLayoutId id="2147483649" r:id="rId3"/>
    <p:sldLayoutId id="2147483650" r:id="rId4"/>
    <p:sldLayoutId id="2147483651" r:id="rId5"/>
    <p:sldLayoutId id="2147483652" r:id="rId6"/>
    <p:sldLayoutId id="2147483653" r:id="rId7"/>
    <p:sldLayoutId id="2147483654" r:id="rId8"/>
    <p:sldLayoutId id="2147483655" r:id="rId9"/>
    <p:sldLayoutId id="2147483656" r:id="rId10"/>
    <p:sldLayoutId id="2147483657" r:id="rId11"/>
    <p:sldLayoutId id="2147483658" r:id="rId12"/>
    <p:sldLayoutId id="2147483659" r:id="rId13"/>
    <p:sldLayoutId id="2147483660" r:id="rId14"/>
    <p:sldLayoutId id="2147483661" r:id="rId15"/>
    <p:sldLayoutId id="2147483662" r:id="rId16"/>
    <p:sldLayoutId id="2147483663" r:id="rId17"/>
    <p:sldLayoutId id="2147483664" r:id="rId18"/>
    <p:sldLayoutId id="2147483665" r:id="rId19"/>
    <p:sldLayoutId id="2147483666" r:id="rId20"/>
    <p:sldLayoutId id="2147483667" r:id="rId21"/>
  </p:sldLayoutIdLst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5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7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9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10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1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1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1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14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15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16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17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18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19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20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2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22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30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31.jp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32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33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3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 marL="0" indent="0">
              <a:buNone/>
            </a:pPr>
            <a:r>
              <a:t>CSCI 3495</a:t>
            </a:r>
          </a:p>
          <a:p>
            <a:pPr marL="0" indent="0">
              <a:buNone/>
            </a:pPr>
            <a:r>
              <a:t>Agentic Workflows &amp; Orchestration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493926" y="3549825"/>
            <a:ext cx="5834417" cy="970800"/>
          </a:xfrm>
        </p:spPr>
        <p:txBody>
          <a:bodyPr wrap="square"/>
          <a:lstStyle/>
          <a:p>
            <a:pPr marL="0" indent="0">
              <a:buNone/>
            </a:pPr>
            <a:r>
              <a:t>Natural Language Processing &amp; Large Language Models</a:t>
            </a:r>
          </a:p>
          <a:p>
            <a:pPr marL="0" indent="0">
              <a:buNone/>
            </a:pPr>
            <a:r>
              <a:t>Week 14, Class 1</a:t>
            </a:r>
          </a:p>
        </p:txBody>
      </p:sp>
      <p:pic>
        <p:nvPicPr>
          <p:cNvPr id="5" name="Picture 4" descr="A conductor plays no instrument, yet the whole orchestra depends on one. What plays that role in a system of LLM calls?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56943" y="3474720"/>
            <a:ext cx="2221297" cy="148132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777777"/>
                </a:solidFill>
              </a:defRPr>
            </a:pPr>
            <a:r>
              <a:t>Source: Photo: AnnaLesniewski, Wikimedia Commons, CC0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Today</a:t>
            </a:r>
          </a:p>
        </p:txBody>
      </p:sp>
      <p:pic>
        <p:nvPicPr>
          <p:cNvPr id="5" name="Picture 4" descr="Today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508" y="1078992"/>
            <a:ext cx="7616984" cy="35890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composite of this deck's figures; activity photo: Unsplash License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From one call to a system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286172"/>
            <a:ext cx="82296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marL="0" indent="0">
              <a:buNone/>
            </a:pPr>
            <a:r>
              <a:rPr sz="1400">
                <a:solidFill>
                  <a:srgbClr val="222222"/>
                </a:solidFill>
              </a:rPr>
              <a:t>The skill shifts from prompting to systems design</a:t>
            </a:r>
          </a:p>
        </p:txBody>
      </p:sp>
      <p:pic>
        <p:nvPicPr>
          <p:cNvPr id="6" name="Picture 5" descr="From one call to a system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149935"/>
            <a:ext cx="8595360" cy="304479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A team of specialists, not one genius</a:t>
            </a:r>
          </a:p>
        </p:txBody>
      </p:sp>
      <p:pic>
        <p:nvPicPr>
          <p:cNvPr id="5" name="Picture 4" descr="Like a project team, a good LLM system splits work into focused roles that each do one job well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81076" y="1078992"/>
            <a:ext cx="5381848" cy="35890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Unsplash License, https://images.unsplash.com/photo-1522071820081-009f0129c71c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074650"/>
            <a:ext cx="8229600" cy="994200"/>
          </a:xfrm>
        </p:spPr>
        <p:txBody>
          <a:bodyPr wrap="square"/>
          <a:lstStyle/>
          <a:p>
            <a:pPr marL="0" indent="0" algn="ctr">
              <a:buNone/>
            </a:pPr>
            <a:r>
              <a:t>The patterns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A grounding source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743562"/>
            <a:ext cx="822960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marL="0" indent="0">
              <a:buNone/>
            </a:pPr>
            <a:r>
              <a:rPr sz="1400">
                <a:solidFill>
                  <a:srgbClr val="222222"/>
                </a:solidFill>
              </a:rPr>
              <a:t>An engineering guide, not a paper</a:t>
            </a:r>
          </a:p>
          <a:p>
            <a:pPr algn="ctr" marL="0" indent="0">
              <a:buNone/>
            </a:pPr>
            <a:r>
              <a:rPr sz="1400">
                <a:solidFill>
                  <a:srgbClr val="222222"/>
                </a:solidFill>
              </a:rPr>
              <a:t>Most agent projects fail by being over-engineered</a:t>
            </a:r>
          </a:p>
        </p:txBody>
      </p:sp>
      <p:pic>
        <p:nvPicPr>
          <p:cNvPr id="6" name="Picture 5" descr="A grounding sourc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81650"/>
            <a:ext cx="8595360" cy="227047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Anthropic, "Building Effective Agents" (2024)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Workflow or agent?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304383"/>
            <a:ext cx="82296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marL="0" indent="0">
              <a:buNone/>
            </a:pPr>
            <a:r>
              <a:rPr sz="1400">
                <a:solidFill>
                  <a:srgbClr val="222222"/>
                </a:solidFill>
              </a:rPr>
              <a:t>Most production needs are workflows, not full agents</a:t>
            </a:r>
          </a:p>
        </p:txBody>
      </p:sp>
      <p:pic>
        <p:nvPicPr>
          <p:cNvPr id="9" name="Picture 8" descr="Workflow or agent?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131725"/>
            <a:ext cx="8595360" cy="308121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Anthropic, "Building Effective Agents" (2024)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4" fill="hold">
                      <p:stCondLst>
                        <p:cond delay="indefinite"/>
                      </p:stCondLst>
                      <p:childTnLst>
                        <p:par>
                          <p:cTn id="5" fill="hold">
                            <p:stCondLst>
                              <p:cond delay="0"/>
                            </p:stCondLst>
                            <p:childTnLst>
                              <p:par>
                                <p:cTn id="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</p:bld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The building block: the augmented LLM</a:t>
            </a:r>
          </a:p>
        </p:txBody>
      </p:sp>
      <p:pic>
        <p:nvPicPr>
          <p:cNvPr id="5" name="Picture 4" descr="The building block: the augmented LLM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8122" y="1078992"/>
            <a:ext cx="8287756" cy="35890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Anthropic, "Building Effective Agents" (2024)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The five patterns at a glance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357116"/>
            <a:ext cx="82296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marL="0" indent="0">
              <a:buNone/>
            </a:pPr>
            <a:r>
              <a:rPr sz="1400">
                <a:solidFill>
                  <a:srgbClr val="222222"/>
                </a:solidFill>
              </a:rPr>
              <a:t>Today: patterns 1 to 4; evaluator-optimizer next class</a:t>
            </a:r>
          </a:p>
        </p:txBody>
      </p:sp>
      <p:pic>
        <p:nvPicPr>
          <p:cNvPr id="6" name="Picture 5" descr="The five patterns at a glanc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67706" y="1078992"/>
            <a:ext cx="6608588" cy="318668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Anthropic, "Building Effective Agents" (2024)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Pattern 1: prompt chaining</a:t>
            </a:r>
          </a:p>
        </p:txBody>
      </p:sp>
      <p:pic>
        <p:nvPicPr>
          <p:cNvPr id="5" name="Picture 4" descr="Pattern 1: prompt chaini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558703"/>
            <a:ext cx="8595360" cy="262959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figure; Anthropic, "Building Effective Agents" (2024)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Pattern 2: routing</a:t>
            </a:r>
          </a:p>
        </p:txBody>
      </p:sp>
      <p:pic>
        <p:nvPicPr>
          <p:cNvPr id="5" name="Picture 4" descr="Pattern 2: routi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69314"/>
            <a:ext cx="8595360" cy="300837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figure; Anthropic, "Building Effective Agents" (2024)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Pattern 3: parallelization</a:t>
            </a:r>
          </a:p>
        </p:txBody>
      </p:sp>
      <p:pic>
        <p:nvPicPr>
          <p:cNvPr id="5" name="Picture 4" descr="Pattern 3: parallelization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500430"/>
            <a:ext cx="8595360" cy="274614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figure; Anthropic, "Building Effective Agents" (2024)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Pattern 4: orchestrator and workers</a:t>
            </a:r>
          </a:p>
        </p:txBody>
      </p:sp>
      <p:pic>
        <p:nvPicPr>
          <p:cNvPr id="5" name="Picture 4" descr="Pattern 4: orchestrator and workers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795440"/>
            <a:ext cx="8595360" cy="215612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figure; Anthropic, "Building Effective Agents" (2024)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5" name="Picture 4" descr="Ask this before adding a single agent loop. Complexity is a cost, not a feature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477203"/>
            <a:ext cx="9144000" cy="6097905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0" y="1143000"/>
            <a:ext cx="9144000" cy="2834640"/>
          </a:xfrm>
          <a:prstGeom prst="rect">
            <a:avLst/>
          </a:prstGeom>
          <a:solidFill>
            <a:srgbClr val="101012">
              <a:alpha val="4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234440"/>
            <a:ext cx="7863840" cy="187451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marL="0" indent="0">
              <a:buNone/>
            </a:pPr>
            <a:r>
              <a:rPr sz="3400" b="1">
                <a:solidFill>
                  <a:srgbClr val="FFFFFF"/>
                </a:solidFill>
              </a:rPr>
              <a:t>What is the simplest design that could possibly work?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108959"/>
            <a:ext cx="78638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 marL="0" indent="0">
              <a:buNone/>
            </a:pPr>
            <a:r>
              <a:rPr sz="2000">
                <a:solidFill>
                  <a:srgbClr val="FFFFFF"/>
                </a:solidFill>
              </a:rPr>
              <a:t>Ask this before adding a single agent loop. Complexity is a cost, not a feature.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Unsplash License, https://images.unsplash.com/photo-1518770660439-4636190af475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4" fill="hold">
                      <p:stCondLst>
                        <p:cond delay="indefinite"/>
                      </p:stCondLst>
                      <p:childTnLst>
                        <p:par>
                          <p:cTn id="5" fill="hold">
                            <p:stCondLst>
                              <p:cond delay="0"/>
                            </p:stCondLst>
                            <p:childTnLst>
                              <p:par>
                                <p:cTn id="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</p:bld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Routing in depth (our exercise)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980235"/>
            <a:ext cx="82296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marL="0" indent="0">
              <a:buNone/>
            </a:pPr>
            <a:r>
              <a:rPr sz="1400">
                <a:solidFill>
                  <a:srgbClr val="222222"/>
                </a:solidFill>
              </a:rPr>
              <a:t>Make the router deterministic and testable</a:t>
            </a:r>
          </a:p>
        </p:txBody>
      </p:sp>
      <p:pic>
        <p:nvPicPr>
          <p:cNvPr id="6" name="Picture 5" descr="Routing in depth (our exercise)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455872"/>
            <a:ext cx="8595360" cy="2432923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Why structure beats one mega-prompt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162341"/>
            <a:ext cx="82296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marL="0" indent="0">
              <a:buNone/>
            </a:pPr>
            <a:r>
              <a:rPr sz="1400">
                <a:solidFill>
                  <a:srgbClr val="222222"/>
                </a:solidFill>
              </a:rPr>
              <a:t>Software engineering with stochastic parts</a:t>
            </a:r>
          </a:p>
        </p:txBody>
      </p:sp>
      <p:pic>
        <p:nvPicPr>
          <p:cNvPr id="6" name="Picture 5" descr="Why structure beats one mega-prompt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273767"/>
            <a:ext cx="8595360" cy="279713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Multi-agent systems: a caution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900109"/>
            <a:ext cx="82296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marL="0" indent="0">
              <a:buNone/>
            </a:pPr>
            <a:r>
              <a:rPr sz="1400">
                <a:solidFill>
                  <a:srgbClr val="222222"/>
                </a:solidFill>
              </a:rPr>
              <a:t>Often a workflow is simpler and more reliable</a:t>
            </a:r>
          </a:p>
        </p:txBody>
      </p:sp>
      <p:pic>
        <p:nvPicPr>
          <p:cNvPr id="6" name="Picture 5" descr="Multi-agent systems: a caution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535998"/>
            <a:ext cx="8595360" cy="2272671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figure; Anthropic, "Building Effective Agents" (2024)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Designing good tool and step interfaces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046220"/>
            <a:ext cx="822960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marL="0" indent="0">
              <a:buNone/>
            </a:pPr>
            <a:r>
              <a:rPr sz="1400">
                <a:solidFill>
                  <a:srgbClr val="222222"/>
                </a:solidFill>
              </a:rPr>
              <a:t>The model is only as good as its interface</a:t>
            </a:r>
          </a:p>
          <a:p>
            <a:pPr algn="ctr" marL="0" indent="0">
              <a:buNone/>
            </a:pPr>
            <a:r>
              <a:rPr sz="1400">
                <a:solidFill>
                  <a:srgbClr val="222222"/>
                </a:solidFill>
              </a:rPr>
              <a:t>Prompt-engineer your tools as carefully as your prompts</a:t>
            </a:r>
          </a:p>
        </p:txBody>
      </p:sp>
      <p:pic>
        <p:nvPicPr>
          <p:cNvPr id="6" name="Picture 5" descr="Designing good tool and step interfaces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52427" y="1078992"/>
            <a:ext cx="6439145" cy="287578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Anthropic, "Building Effective Agents" (2024)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Recap</a:t>
            </a:r>
          </a:p>
        </p:txBody>
      </p:sp>
      <p:pic>
        <p:nvPicPr>
          <p:cNvPr id="5" name="Picture 4" descr="Recap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810594"/>
            <a:ext cx="8595360" cy="212581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Break</a:t>
            </a:r>
          </a:p>
        </p:txBody>
      </p:sp>
      <p:pic>
        <p:nvPicPr>
          <p:cNvPr id="5" name="Picture 4" descr="Five minutes: stretch, refill water, compare notes. Then the pattern jigsaw and lightning share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280312"/>
            <a:ext cx="8595360" cy="31863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074650"/>
            <a:ext cx="8229600" cy="994200"/>
          </a:xfrm>
        </p:spPr>
        <p:txBody>
          <a:bodyPr wrap="square"/>
          <a:lstStyle/>
          <a:p>
            <a:pPr marL="0" indent="0" algn="ctr">
              <a:buNone/>
            </a:pPr>
            <a:r>
              <a:t>Activity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Activity: jigsaw + poster lightning share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100425"/>
            <a:ext cx="82296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marL="0" indent="0">
              <a:buNone/>
            </a:pPr>
            <a:r>
              <a:rPr sz="1400">
                <a:solidFill>
                  <a:srgbClr val="222222"/>
                </a:solidFill>
              </a:rPr>
              <a:t>Lightning share is the flex step if we run tight on time</a:t>
            </a:r>
          </a:p>
        </p:txBody>
      </p:sp>
      <p:pic>
        <p:nvPicPr>
          <p:cNvPr id="6" name="Picture 5" descr="Activity: jigsaw + poster lightning shar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35683"/>
            <a:ext cx="8595360" cy="267330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weeks/week-14/class-01/exercise/README.md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5" name="Picture 4" descr="Each team owns one pattern: a diagram, a real use-case, and a &quot;when NOT to use an agent&quot; caveat. Then teach it back in 60 seconds from your seats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477203"/>
            <a:ext cx="9144000" cy="6097905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0" y="1143000"/>
            <a:ext cx="9144000" cy="2834640"/>
          </a:xfrm>
          <a:prstGeom prst="rect">
            <a:avLst/>
          </a:prstGeom>
          <a:solidFill>
            <a:srgbClr val="101012">
              <a:alpha val="4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234440"/>
            <a:ext cx="7863840" cy="2651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marL="0" indent="0">
              <a:buNone/>
            </a:pPr>
            <a:r>
              <a:rPr sz="4000" b="1">
                <a:solidFill>
                  <a:srgbClr val="FFFFFF"/>
                </a:solidFill>
              </a:rPr>
              <a:t>Poster one pattern, then teach it back</a:t>
            </a:r>
          </a:p>
          <a:p>
            <a:pPr algn="ctr" marL="0" indent="0">
              <a:buNone/>
            </a:pPr>
            <a:r>
              <a:rPr sz="2000">
                <a:solidFill>
                  <a:srgbClr val="FFFFFF"/>
                </a:solidFill>
              </a:rPr>
              <a:t>Each team owns one pattern: a diagram, a real use-case, and a "when NOT to use an agent" caveat. Then teach it back in 60 seconds from your seats.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Unsplash License, https://images.unsplash.com/photo-1559223607-a43c990c692c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Then build it: router and workers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357116"/>
            <a:ext cx="82296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marL="0" indent="0">
              <a:buNone/>
            </a:pPr>
            <a:r>
              <a:rPr sz="1400">
                <a:solidFill>
                  <a:srgbClr val="222222"/>
                </a:solidFill>
              </a:rPr>
              <a:t>In pairs, implement the routing pattern</a:t>
            </a:r>
          </a:p>
        </p:txBody>
      </p:sp>
      <p:pic>
        <p:nvPicPr>
          <p:cNvPr id="6" name="Picture 5" descr="Then build it: router and workers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86485" y="1078992"/>
            <a:ext cx="2771029" cy="318668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weeks/week-14/class-01/exercise/workflow.py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What you should see</a:t>
            </a:r>
          </a:p>
        </p:txBody>
      </p:sp>
      <p:pic>
        <p:nvPicPr>
          <p:cNvPr id="5" name="Picture 4" descr="What you should se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69314"/>
            <a:ext cx="8595360" cy="300837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example run, mock LLM (deterministic tests)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Reading &amp; next class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900891"/>
            <a:ext cx="822960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marL="0" indent="0">
              <a:buNone/>
            </a:pPr>
            <a:r>
              <a:rPr sz="1400">
                <a:solidFill>
                  <a:srgbClr val="222222"/>
                </a:solidFill>
              </a:rPr>
              <a:t>Next: reflection, evaluator and optimizer, when NOT to use agents</a:t>
            </a:r>
          </a:p>
          <a:p>
            <a:pPr algn="ctr" marL="0" indent="0">
              <a:buNone/>
            </a:pPr>
            <a:r>
              <a:rPr sz="1400">
                <a:solidFill>
                  <a:srgbClr val="222222"/>
                </a:solidFill>
              </a:rPr>
              <a:t>Quiz 14 plus project feedback session</a:t>
            </a:r>
          </a:p>
        </p:txBody>
      </p:sp>
      <p:pic>
        <p:nvPicPr>
          <p:cNvPr id="6" name="Picture 5" descr="Reading &amp; next class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224320"/>
            <a:ext cx="8595360" cy="2585131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anthropic.com/research/building-effective-agents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">
      <a:dk1>
        <a:srgbClr val="434343"/>
      </a:dk1>
      <a:lt1>
        <a:srgbClr val="FFFFFF"/>
      </a:lt1>
      <a:dk2>
        <a:srgbClr val="818387"/>
      </a:dk2>
      <a:lt2>
        <a:srgbClr val="F6F7FA"/>
      </a:lt2>
      <a:accent1>
        <a:srgbClr val="723130"/>
      </a:accent1>
      <a:accent2>
        <a:srgbClr val="818387"/>
      </a:accent2>
      <a:accent3>
        <a:srgbClr val="FFB600"/>
      </a:accent3>
      <a:accent4>
        <a:srgbClr val="738D33"/>
      </a:accent4>
      <a:accent5>
        <a:srgbClr val="625578"/>
      </a:accent5>
      <a:accent6>
        <a:srgbClr val="498DA0"/>
      </a:accent6>
      <a:hlink>
        <a:srgbClr val="B1B4B5"/>
      </a:hlink>
      <a:folHlink>
        <a:srgbClr val="B0B1B3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