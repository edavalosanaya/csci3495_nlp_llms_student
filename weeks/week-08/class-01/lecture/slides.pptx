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LLM never sees words. It sees bricks. Today: where the bricks come from, and what they cost.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how a tokenizer learns, to why tokens cost, to turning a base model into an assistant. HW4 is released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Word-level explodes the vocabulary; character-level explodes sequence length. LLMs take a learned middle path: subwords.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you implement today: k merges, each adding exactly one new token to V. The ordered merge list IS the tokenizer.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merge adds exactly one token. Frequent sequences become single tokens; rare strings stay in pieces. Each merge adds one entry to the vocabulary. Stop at a target size (e.g. 32k to 100k). Rare/unseen words fall back to subwords or bytes, no unknown token. The learned merge list is the tokenizer.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the learned merges in the order they were learned. Unseen words still encode, with no out-of-vocabulary problem, ever.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Starting from raw bytes makes the vocabulary universal. WordPiece and Unigram are the common alternatives.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meaning costs far more tokens in some languages, a quiet source of language inequality in LLMs. A "100k-token context" holds far fewer words in some languages.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tokenizer trained mostly on English splits other languages into more pieces, so the same idea costs more tokens.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windows, pricing, and scaling-law data budgets are all counted in tokens, not words.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base model reads a wall of text like this: trillions of filtered, deduplicated tokens scraped from the web and books.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Duplication, contamination, and bias are baked-in hazards of the pretraining corpus.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it plainly and let it be strange for a moment. Nothing in pretraining teaches a model to answer a question, follow an instruction, or refuse. The rest of today is the gap between that objective and the thing people actually use.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pretrained model only predicts the next token; it learned the form of text, not the intent to be helpful. It is not refusing to answer. A plausible continuation of a list of questions is more questions.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Fine-tune on (instruction, response) pairs. FLAN and T0 showed this improves zero-shot generalization to unseen tasks.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next-token loss; radically different data is what changes the model's behavior.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Human-written, templated, or model-generated; diversity and quality matter more than raw volume.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SFT makes a model follow instructions; RLHF and DPO make it match which answers humans prefer.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 count_pairs, merge_pair, and train_bpe, the merge loop at the heart of every modern tokenizer.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learned merges on a tiny corpus, then encoding the unseen word "lowest" into subword pieces.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Subwords, fertility, tokens as the universal unit, and instruction tuning. Next class: alignment (RLHF, DPO) + Quiz 8.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1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4" y="1078992"/>
            <a:ext cx="794567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SLP3 Fig. 2.6 (Jurafsky &amp; Martin); course figures;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here tokenization si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Byte-Pair Encoding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A worked exam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51103"/>
            <a:ext cx="8595360" cy="3044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Encoding new 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31" y="1078992"/>
            <a:ext cx="479873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Byte-level BPE &amp; cous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hidden cost: ferti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45955"/>
            <a:ext cx="8595360" cy="3255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One meaning, many scri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Tokens are the unit of ever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80536"/>
            <a:ext cx="8595360" cy="1985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From Base Model to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Pretraining da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What goes in, and what to f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46" y="1078992"/>
            <a:ext cx="79909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The base model is not an assist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2" y="1078992"/>
            <a:ext cx="78415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" y="1078992"/>
            <a:ext cx="7959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Instruction tuning vs.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4" y="1078992"/>
            <a:ext cx="775623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Where instruction data comes fr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Looking ahead to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a BPE tokenizer</a:t>
            </a:r>
          </a:p>
        </p:txBody>
      </p:sp>
      <p:pic>
        <p:nvPicPr>
          <p:cNvPr id="5" name="Picture 4" descr="Train a BPE tokeniz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7" y="1078992"/>
            <a:ext cx="82765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weeks/week-08/class-01/exercise/bpe.py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22" y="1078992"/>
            <a:ext cx="7806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weeks/week-08/class-01/solutions/bpe.py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53913"/>
            <a:ext cx="8595360" cy="3239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