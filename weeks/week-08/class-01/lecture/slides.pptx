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how a tokenizer learns, to why tokens cost, to turning a base model into an assistant. HW4 is released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Subwords, fertility, tokens as the universal unit, and instruction tuning. Next class: alignment (RLHF, DPO) + Quiz 8.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  ·  Wed Oct 14, 2026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64" y="1078992"/>
            <a:ext cx="794567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SLP3 Fig. 2.6 (Jurafsky &amp; Martin); course figures;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Byte-Pair Encoding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31" y="1078992"/>
            <a:ext cx="479873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45955"/>
            <a:ext cx="8595360" cy="3255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From Base Model to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7" y="1078992"/>
            <a:ext cx="82765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weeks/week-08/class-01/exercise/bpe.py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weeks/week-08/class-01/solutions/bpe.py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53913"/>
            <a:ext cx="8595360" cy="3239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