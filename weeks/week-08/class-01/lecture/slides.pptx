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1</a:t>
            </a:r>
          </a:p>
        </p:txBody>
      </p:sp>
      <p:pic>
        <p:nvPicPr>
          <p:cNvPr id="5" name="Picture 4" descr="An LLM never sees words. It sees bricks. Today: where the bricks come from, and what they co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From how a tokenizer learns, to why tokens cost, to turning a base model into an assistant. HW4 is released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122" y="1078992"/>
            <a:ext cx="82877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SLP3 Fig. 2.6 (Jurafsky &amp; Martin); course figures;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ord-level explodes the vocabulary; character-level explodes sequence length. LLMs take a learned middle path: subwo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86177"/>
            <a:ext cx="8595360" cy="2374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Byte-Pair Encoding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The loop you implement today: k merges, each adding exactly one new token to V. The ordered merge list IS the tokeniz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Each merge adds exactly one token. Frequent sequences become single tokens; rare strings stay in pie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4935"/>
            <a:ext cx="8595360" cy="2797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Apply the learned merges in the order they were learned. Unseen words still encode, with no out-of-vocabulary problem, ev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362" y="1078992"/>
            <a:ext cx="517127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Starting from raw bytes makes the vocabulary universal. WordPiece and Unigram are the common alternativ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same meaning costs far more tokens in some languages, a quiet source of language inequality in LL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6471"/>
            <a:ext cx="8595360" cy="34540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A tokenizer trained mostly on English splits other languages into more pieces, so the same idea costs more toke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Context windows, pricing, and scaling-law data budgets are all counted in tokens, not wo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7995"/>
            <a:ext cx="8595360" cy="20910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From Base Model to Assistant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A base model reads a wall of text like this: trillions of filtered, deduplicated tokens scraped from the web and boo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Duplication, contamination, and bias are baked-in hazards of the pretraining corp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0886"/>
            <a:ext cx="8595360" cy="24452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A pretrained model only predicts the next token; it learned the form of text, not the intent to be helpfu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20567"/>
            <a:ext cx="8595360" cy="23058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Fine-tune on (instruction, response) pairs. FLAN and T0 showed this improves zero-shot generalization to unseen tas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41291"/>
            <a:ext cx="8595360" cy="2064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Same next-token loss; radically different data is what changes the model's behavio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38896"/>
            <a:ext cx="8595360" cy="2469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Human-written, templated, or model-generated; diversity and quality matter more than raw volu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31545"/>
            <a:ext cx="8595360" cy="2483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SFT makes a model follow instructions; RLHF and DPO make it match which answers humans pref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15119"/>
            <a:ext cx="8595360" cy="19167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Warm-up: be the BPE algorithm</a:t>
            </a:r>
          </a:p>
        </p:txBody>
      </p:sp>
      <p:pic>
        <p:nvPicPr>
          <p:cNvPr id="5" name="Picture 4" descr="On paper, in pairs: hand-run the first two merges on low, lower, newest before you write any co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6034"/>
            <a:ext cx="8595360" cy="2494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worked corpus after Sennrich et al. 2016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train a BPE tokenizer</a:t>
            </a:r>
          </a:p>
        </p:txBody>
      </p:sp>
      <p:pic>
        <p:nvPicPr>
          <p:cNvPr id="5" name="Picture 4" descr="Implement count_pairs, merge_pair, and train_bpe, the merge loop at the heart of every modern tokeniz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7128"/>
            <a:ext cx="8595360" cy="2992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weeks/week-08/class-01/exercise/bpe.py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Ten learned merges on a tiny corpus, then encoding the unseen word &quot;lowest&quot; into subword pie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1600"/>
            <a:ext cx="8595360" cy="33438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weeks/week-08/class-01/solutions/bpe.py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Subwords, fertility, tokens as the universal unit, and instruction tuning. Next class: alignment (RLHF, DPO) + Quiz 8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3087"/>
            <a:ext cx="8595360" cy="29208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