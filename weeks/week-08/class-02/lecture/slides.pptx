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9144000" cy="5143500" type="screen16x9"/>
  <p:notesSz cx="6858000" cy="9144000"/>
  <p:embeddedFontLst>
    <p:embeddedFont>
      <p:font typeface="Impact" panose="020B0806030902050204" pitchFamily="34" charset="0"/>
      <p:regular r:id="rId7"/>
    </p:embeddedFont>
    <p:embeddedFont>
      <p:font typeface="Playfair Display" pitchFamily="2" charset="77"/>
      <p:regular r:id="rId8"/>
      <p:bold r:id="rId9"/>
      <p:italic r:id="rId10"/>
      <p:boldItalic r:id="rId11"/>
    </p:embeddedFont>
    <p:embeddedFont>
      <p:font typeface="Roboto" panose="02000000000000000000" pitchFamily="2" charset="0"/>
      <p:regular r:id="rId12"/>
      <p:bold r:id="rId13"/>
      <p:italic r:id="rId14"/>
      <p:boldItalic r:id="rId15"/>
    </p:embeddedFont>
    <p:embeddedFont>
      <p:font typeface="Roboto Light" panose="020F0302020204030204" pitchFamily="34" charset="0"/>
      <p:regular r:id="rId16"/>
      <p:bold r:id="rId17"/>
      <p:italic r:id="rId18"/>
      <p:boldItalic r:id="rId1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08"/>
    <p:restoredTop sz="94658"/>
  </p:normalViewPr>
  <p:slideViewPr>
    <p:cSldViewPr snapToGrid="0">
      <p:cViewPr varScale="1">
        <p:scale>
          <a:sx n="160" d="100"/>
          <a:sy n="160" d="100"/>
        </p:scale>
        <p:origin x="26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2.fntdata"/><Relationship Id="rId13" Type="http://schemas.openxmlformats.org/officeDocument/2006/relationships/font" Target="fonts/font7.fntdata"/><Relationship Id="rId18" Type="http://schemas.openxmlformats.org/officeDocument/2006/relationships/font" Target="fonts/font12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font" Target="fonts/font1.fntdata"/><Relationship Id="rId12" Type="http://schemas.openxmlformats.org/officeDocument/2006/relationships/font" Target="fonts/font6.fntdata"/><Relationship Id="rId17" Type="http://schemas.openxmlformats.org/officeDocument/2006/relationships/font" Target="fonts/font11.fntdata"/><Relationship Id="rId2" Type="http://schemas.openxmlformats.org/officeDocument/2006/relationships/slide" Target="slides/slide1.xml"/><Relationship Id="rId16" Type="http://schemas.openxmlformats.org/officeDocument/2006/relationships/font" Target="fonts/font10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font" Target="fonts/font5.fntdata"/><Relationship Id="rId5" Type="http://schemas.openxmlformats.org/officeDocument/2006/relationships/slide" Target="slides/slide4.xml"/><Relationship Id="rId15" Type="http://schemas.openxmlformats.org/officeDocument/2006/relationships/font" Target="fonts/font9.fntdata"/><Relationship Id="rId23" Type="http://schemas.openxmlformats.org/officeDocument/2006/relationships/tableStyles" Target="tableStyles.xml"/><Relationship Id="rId10" Type="http://schemas.openxmlformats.org/officeDocument/2006/relationships/font" Target="fonts/font4.fntdata"/><Relationship Id="rId19" Type="http://schemas.openxmlformats.org/officeDocument/2006/relationships/font" Target="fonts/font13.fntdata"/><Relationship Id="rId4" Type="http://schemas.openxmlformats.org/officeDocument/2006/relationships/slide" Target="slides/slide3.xml"/><Relationship Id="rId9" Type="http://schemas.openxmlformats.org/officeDocument/2006/relationships/font" Target="fonts/font3.fntdata"/><Relationship Id="rId14" Type="http://schemas.openxmlformats.org/officeDocument/2006/relationships/font" Target="fonts/font8.fntdata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523" y="685800"/>
            <a:ext cx="45717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jpg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Cover Page" type="blank">
  <p:cSld name="BLANK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3390300"/>
            <a:ext cx="9144000" cy="1753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1" name="Google Shape;11;p2"/>
          <p:cNvPicPr preferRelativeResize="0"/>
          <p:nvPr/>
        </p:nvPicPr>
        <p:blipFill rotWithShape="1">
          <a:blip r:embed="rId2">
            <a:alphaModFix/>
          </a:blip>
          <a:srcRect l="600" t="43847" r="-600" b="13732"/>
          <a:stretch/>
        </p:blipFill>
        <p:spPr>
          <a:xfrm>
            <a:off x="0" y="-70472"/>
            <a:ext cx="9198797" cy="3460774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2"/>
          <p:cNvSpPr txBox="1">
            <a:spLocks noGrp="1"/>
          </p:cNvSpPr>
          <p:nvPr>
            <p:ph type="title"/>
          </p:nvPr>
        </p:nvSpPr>
        <p:spPr>
          <a:xfrm>
            <a:off x="493923" y="976378"/>
            <a:ext cx="8005800" cy="182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Playfair Display"/>
              <a:buNone/>
              <a:defRPr sz="3600" i="0" u="none" strike="noStrike" cap="none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493926" y="3549825"/>
            <a:ext cx="7661100" cy="970800"/>
          </a:xfrm>
          <a:prstGeom prst="rect">
            <a:avLst/>
          </a:prstGeom>
        </p:spPr>
        <p:txBody>
          <a:bodyPr spcFirstLastPara="1" wrap="square" lIns="34275" tIns="34275" rIns="34275" bIns="34275" anchor="t" anchorCtr="0">
            <a:noAutofit/>
          </a:bodyPr>
          <a:lstStyle>
            <a:lvl1pPr lvl="0">
              <a:spcBef>
                <a:spcPts val="70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ubTitle" idx="2"/>
          </p:nvPr>
        </p:nvSpPr>
        <p:spPr>
          <a:xfrm>
            <a:off x="493923" y="4079316"/>
            <a:ext cx="7327800" cy="2987100"/>
          </a:xfrm>
          <a:prstGeom prst="rect">
            <a:avLst/>
          </a:prstGeom>
        </p:spPr>
        <p:txBody>
          <a:bodyPr spcFirstLastPara="1" wrap="square" lIns="34275" tIns="34275" rIns="34275" bIns="34275" anchor="t" anchorCtr="0">
            <a:noAutofit/>
          </a:bodyPr>
          <a:lstStyle>
            <a:lvl1pPr lvl="0">
              <a:spcBef>
                <a:spcPts val="700"/>
              </a:spcBef>
              <a:spcAft>
                <a:spcPts val="0"/>
              </a:spcAft>
              <a:buNone/>
              <a:defRPr sz="1800"/>
            </a:lvl1pPr>
            <a:lvl2pPr lvl="1"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Title + 2 Columns">
  <p:cSld name="2_Portfolio Thre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body" idx="1"/>
          </p:nvPr>
        </p:nvSpPr>
        <p:spPr>
          <a:xfrm>
            <a:off x="509577" y="1369219"/>
            <a:ext cx="36882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t" anchorCtr="0">
            <a:noAutofit/>
          </a:bodyPr>
          <a:lstStyle>
            <a:lvl1pPr marL="457200" marR="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2200"/>
              <a:buFont typeface="Roboto Light"/>
              <a:buNone/>
              <a:defRPr sz="22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Roboto Light"/>
              <a:buNone/>
              <a:defRPr sz="18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Font typeface="Roboto Light"/>
              <a:buNone/>
              <a:defRPr sz="15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00"/>
              <a:buFont typeface="Roboto Light"/>
              <a:buNone/>
              <a:defRPr sz="13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00"/>
              <a:buFont typeface="Roboto Light"/>
              <a:buNone/>
              <a:defRPr sz="11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marR="0" lvl="5" indent="-2857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Roboto"/>
              <a:buChar char="•"/>
              <a:defRPr sz="90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Roboto"/>
              <a:buChar char="•"/>
              <a:defRPr sz="7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2603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500"/>
              <a:buFont typeface="Roboto"/>
              <a:buChar char="•"/>
              <a:defRPr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254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400"/>
              <a:buFont typeface="Roboto"/>
              <a:buChar char="•"/>
              <a:defRPr sz="4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title"/>
          </p:nvPr>
        </p:nvSpPr>
        <p:spPr>
          <a:xfrm>
            <a:off x="509521" y="406950"/>
            <a:ext cx="80058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fair Display"/>
              <a:buNone/>
              <a:defRPr sz="3600" i="0" u="none" strike="noStrike" cap="non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subTitle" idx="2"/>
          </p:nvPr>
        </p:nvSpPr>
        <p:spPr>
          <a:xfrm>
            <a:off x="509577" y="219225"/>
            <a:ext cx="3773400" cy="219300"/>
          </a:xfrm>
          <a:prstGeom prst="rect">
            <a:avLst/>
          </a:prstGeom>
        </p:spPr>
        <p:txBody>
          <a:bodyPr spcFirstLastPara="1" wrap="square" lIns="34275" tIns="34275" rIns="34275" bIns="34275" anchor="t" anchorCtr="0">
            <a:noAutofit/>
          </a:bodyPr>
          <a:lstStyle>
            <a:lvl1pPr lvl="0">
              <a:spcBef>
                <a:spcPts val="700"/>
              </a:spcBef>
              <a:spcAft>
                <a:spcPts val="0"/>
              </a:spcAft>
              <a:buNone/>
              <a:defRPr sz="1100" b="1"/>
            </a:lvl1pPr>
            <a:lvl2pPr lvl="1"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body" idx="3"/>
          </p:nvPr>
        </p:nvSpPr>
        <p:spPr>
          <a:xfrm>
            <a:off x="4827127" y="1369219"/>
            <a:ext cx="36882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t" anchorCtr="0">
            <a:noAutofit/>
          </a:bodyPr>
          <a:lstStyle>
            <a:lvl1pPr marL="457200" marR="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2200"/>
              <a:buFont typeface="Roboto Light"/>
              <a:buNone/>
              <a:defRPr sz="22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Roboto Light"/>
              <a:buNone/>
              <a:defRPr sz="18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Font typeface="Roboto Light"/>
              <a:buNone/>
              <a:defRPr sz="15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00"/>
              <a:buFont typeface="Roboto Light"/>
              <a:buNone/>
              <a:defRPr sz="13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00"/>
              <a:buFont typeface="Roboto Light"/>
              <a:buNone/>
              <a:defRPr sz="11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marR="0" lvl="5" indent="-2857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Roboto"/>
              <a:buChar char="•"/>
              <a:defRPr sz="90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Roboto"/>
              <a:buChar char="•"/>
              <a:defRPr sz="7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2603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500"/>
              <a:buFont typeface="Roboto"/>
              <a:buChar char="•"/>
              <a:defRPr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254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400"/>
              <a:buFont typeface="Roboto"/>
              <a:buChar char="•"/>
              <a:defRPr sz="4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Title + 3 Columns">
  <p:cSld name="1_Slide with Placeholder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 txBox="1">
            <a:spLocks noGrp="1"/>
          </p:cNvSpPr>
          <p:nvPr>
            <p:ph type="title"/>
          </p:nvPr>
        </p:nvSpPr>
        <p:spPr>
          <a:xfrm>
            <a:off x="509521" y="406950"/>
            <a:ext cx="80058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fair Display"/>
              <a:buNone/>
              <a:defRPr sz="3600" i="0" u="none" strike="noStrike" cap="non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subTitle" idx="1"/>
          </p:nvPr>
        </p:nvSpPr>
        <p:spPr>
          <a:xfrm>
            <a:off x="509577" y="219225"/>
            <a:ext cx="3773400" cy="219300"/>
          </a:xfrm>
          <a:prstGeom prst="rect">
            <a:avLst/>
          </a:prstGeom>
        </p:spPr>
        <p:txBody>
          <a:bodyPr spcFirstLastPara="1" wrap="square" lIns="34275" tIns="34275" rIns="34275" bIns="34275" anchor="t" anchorCtr="0">
            <a:noAutofit/>
          </a:bodyPr>
          <a:lstStyle>
            <a:lvl1pPr lvl="0">
              <a:spcBef>
                <a:spcPts val="700"/>
              </a:spcBef>
              <a:spcAft>
                <a:spcPts val="0"/>
              </a:spcAft>
              <a:buNone/>
              <a:defRPr sz="1100" b="1"/>
            </a:lvl1pPr>
            <a:lvl2pPr lvl="1"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2"/>
          </p:nvPr>
        </p:nvSpPr>
        <p:spPr>
          <a:xfrm>
            <a:off x="552175" y="1369225"/>
            <a:ext cx="25023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t" anchorCtr="0">
            <a:noAutofit/>
          </a:bodyPr>
          <a:lstStyle>
            <a:lvl1pPr marL="457200" marR="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2200"/>
              <a:buFont typeface="Roboto Light"/>
              <a:buNone/>
              <a:defRPr sz="22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Roboto Light"/>
              <a:buNone/>
              <a:defRPr sz="18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Font typeface="Roboto Light"/>
              <a:buNone/>
              <a:defRPr sz="15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00"/>
              <a:buFont typeface="Roboto Light"/>
              <a:buNone/>
              <a:defRPr sz="13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00"/>
              <a:buFont typeface="Roboto Light"/>
              <a:buNone/>
              <a:defRPr sz="11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marR="0" lvl="5" indent="-2857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Roboto"/>
              <a:buChar char="•"/>
              <a:defRPr sz="90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Roboto"/>
              <a:buChar char="•"/>
              <a:defRPr sz="7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2603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500"/>
              <a:buFont typeface="Roboto"/>
              <a:buChar char="•"/>
              <a:defRPr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254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400"/>
              <a:buFont typeface="Roboto"/>
              <a:buChar char="•"/>
              <a:defRPr sz="4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body" idx="3"/>
          </p:nvPr>
        </p:nvSpPr>
        <p:spPr>
          <a:xfrm>
            <a:off x="3337475" y="1369225"/>
            <a:ext cx="25023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t" anchorCtr="0">
            <a:noAutofit/>
          </a:bodyPr>
          <a:lstStyle>
            <a:lvl1pPr marL="457200" marR="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2200"/>
              <a:buFont typeface="Roboto Light"/>
              <a:buNone/>
              <a:defRPr sz="22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Roboto Light"/>
              <a:buNone/>
              <a:defRPr sz="18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Font typeface="Roboto Light"/>
              <a:buNone/>
              <a:defRPr sz="15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00"/>
              <a:buFont typeface="Roboto Light"/>
              <a:buNone/>
              <a:defRPr sz="13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00"/>
              <a:buFont typeface="Roboto Light"/>
              <a:buNone/>
              <a:defRPr sz="11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marR="0" lvl="5" indent="-2857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Roboto"/>
              <a:buChar char="•"/>
              <a:defRPr sz="90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Roboto"/>
              <a:buChar char="•"/>
              <a:defRPr sz="7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2603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500"/>
              <a:buFont typeface="Roboto"/>
              <a:buChar char="•"/>
              <a:defRPr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254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400"/>
              <a:buFont typeface="Roboto"/>
              <a:buChar char="•"/>
              <a:defRPr sz="4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body" idx="4"/>
          </p:nvPr>
        </p:nvSpPr>
        <p:spPr>
          <a:xfrm>
            <a:off x="6160800" y="1369225"/>
            <a:ext cx="25023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t" anchorCtr="0">
            <a:noAutofit/>
          </a:bodyPr>
          <a:lstStyle>
            <a:lvl1pPr marL="457200" marR="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2200"/>
              <a:buFont typeface="Roboto Light"/>
              <a:buNone/>
              <a:defRPr sz="22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Roboto Light"/>
              <a:buNone/>
              <a:defRPr sz="18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Font typeface="Roboto Light"/>
              <a:buNone/>
              <a:defRPr sz="15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00"/>
              <a:buFont typeface="Roboto Light"/>
              <a:buNone/>
              <a:defRPr sz="13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00"/>
              <a:buFont typeface="Roboto Light"/>
              <a:buNone/>
              <a:defRPr sz="11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marR="0" lvl="5" indent="-2857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Roboto"/>
              <a:buChar char="•"/>
              <a:defRPr sz="90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Roboto"/>
              <a:buChar char="•"/>
              <a:defRPr sz="7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2603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500"/>
              <a:buFont typeface="Roboto"/>
              <a:buChar char="•"/>
              <a:defRPr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254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400"/>
              <a:buFont typeface="Roboto"/>
              <a:buChar char="•"/>
              <a:defRPr sz="4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_Cover Slide">
  <p:cSld name="Cover Slide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Google Shape;27;p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95" y="0"/>
            <a:ext cx="9142810" cy="51428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_Cover Slide with Logo">
  <p:cSld name="Cover Slide_2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oogle Shape;29;p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95" y="0"/>
            <a:ext cx="9142810" cy="5142831"/>
          </a:xfrm>
          <a:prstGeom prst="rect">
            <a:avLst/>
          </a:prstGeom>
          <a:noFill/>
          <a:ln>
            <a:noFill/>
          </a:ln>
        </p:spPr>
      </p:pic>
      <p:pic>
        <p:nvPicPr>
          <p:cNvPr id="30" name="Google Shape;30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03514" y="628706"/>
            <a:ext cx="4936973" cy="38855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_Acknowledgments Slide">
  <p:cSld name="Cover Slide_1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Google Shape;32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95" y="0"/>
            <a:ext cx="9142810" cy="5142831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Google Shape;33;p7"/>
          <p:cNvSpPr txBox="1">
            <a:spLocks noGrp="1"/>
          </p:cNvSpPr>
          <p:nvPr>
            <p:ph type="title"/>
          </p:nvPr>
        </p:nvSpPr>
        <p:spPr>
          <a:xfrm>
            <a:off x="509521" y="406950"/>
            <a:ext cx="80058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Font typeface="Playfair Display"/>
              <a:buNone/>
              <a:defRPr sz="5600" i="0" u="none" strike="noStrike" cap="none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9pPr>
          </a:lstStyle>
          <a:p>
            <a:endParaRPr/>
          </a:p>
        </p:txBody>
      </p:sp>
      <p:sp>
        <p:nvSpPr>
          <p:cNvPr id="34" name="Google Shape;34;p7"/>
          <p:cNvSpPr txBox="1">
            <a:spLocks noGrp="1"/>
          </p:cNvSpPr>
          <p:nvPr>
            <p:ph type="subTitle" idx="1"/>
          </p:nvPr>
        </p:nvSpPr>
        <p:spPr>
          <a:xfrm>
            <a:off x="509521" y="1401113"/>
            <a:ext cx="5120100" cy="1558200"/>
          </a:xfrm>
          <a:prstGeom prst="rect">
            <a:avLst/>
          </a:prstGeom>
        </p:spPr>
        <p:txBody>
          <a:bodyPr spcFirstLastPara="1" wrap="square" lIns="34275" tIns="34275" rIns="34275" bIns="34275" anchor="t" anchorCtr="0">
            <a:noAutofit/>
          </a:bodyPr>
          <a:lstStyle>
            <a:lvl1pPr lvl="0">
              <a:spcBef>
                <a:spcPts val="700"/>
              </a:spcBef>
              <a:spcAft>
                <a:spcPts val="0"/>
              </a:spcAft>
              <a:buNone/>
              <a:defRPr sz="27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Title only">
  <p:cSld name="Custom Layout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"/>
          <p:cNvSpPr txBox="1">
            <a:spLocks noGrp="1"/>
          </p:cNvSpPr>
          <p:nvPr>
            <p:ph type="title"/>
          </p:nvPr>
        </p:nvSpPr>
        <p:spPr>
          <a:xfrm>
            <a:off x="509521" y="406950"/>
            <a:ext cx="80058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fair Display"/>
              <a:buNone/>
              <a:defRPr sz="3600" i="0" u="none" strike="noStrike" cap="non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9pPr>
          </a:lstStyle>
          <a:p>
            <a:endParaRPr/>
          </a:p>
        </p:txBody>
      </p:sp>
      <p:sp>
        <p:nvSpPr>
          <p:cNvPr id="37" name="Google Shape;37;p8"/>
          <p:cNvSpPr txBox="1">
            <a:spLocks noGrp="1"/>
          </p:cNvSpPr>
          <p:nvPr>
            <p:ph type="subTitle" idx="1"/>
          </p:nvPr>
        </p:nvSpPr>
        <p:spPr>
          <a:xfrm>
            <a:off x="509577" y="219225"/>
            <a:ext cx="3773400" cy="219300"/>
          </a:xfrm>
          <a:prstGeom prst="rect">
            <a:avLst/>
          </a:prstGeom>
        </p:spPr>
        <p:txBody>
          <a:bodyPr spcFirstLastPara="1" wrap="square" lIns="34275" tIns="34275" rIns="34275" bIns="34275" anchor="t" anchorCtr="0">
            <a:noAutofit/>
          </a:bodyPr>
          <a:lstStyle>
            <a:lvl1pPr lvl="0">
              <a:spcBef>
                <a:spcPts val="700"/>
              </a:spcBef>
              <a:spcAft>
                <a:spcPts val="0"/>
              </a:spcAft>
              <a:buNone/>
              <a:defRPr sz="1100" b="1"/>
            </a:lvl1pPr>
            <a:lvl2pPr lvl="1"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Big Concept Slide">
  <p:cSld name="Slide with Placeholder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 txBox="1">
            <a:spLocks noGrp="1"/>
          </p:cNvSpPr>
          <p:nvPr>
            <p:ph type="title"/>
          </p:nvPr>
        </p:nvSpPr>
        <p:spPr>
          <a:xfrm>
            <a:off x="509577" y="2245519"/>
            <a:ext cx="80058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fair Display"/>
              <a:buNone/>
              <a:defRPr sz="3600" i="0" u="none" strike="noStrike" cap="non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ubTitle" idx="1"/>
          </p:nvPr>
        </p:nvSpPr>
        <p:spPr>
          <a:xfrm>
            <a:off x="509577" y="3154509"/>
            <a:ext cx="6737700" cy="953100"/>
          </a:xfrm>
          <a:prstGeom prst="rect">
            <a:avLst/>
          </a:prstGeom>
        </p:spPr>
        <p:txBody>
          <a:bodyPr spcFirstLastPara="1" wrap="square" lIns="34275" tIns="34275" rIns="34275" bIns="34275" anchor="t" anchorCtr="0">
            <a:noAutofit/>
          </a:bodyPr>
          <a:lstStyle>
            <a:lvl1pPr lvl="0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Text and Photo">
  <p:cSld name="Large Picture with Logo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title"/>
          </p:nvPr>
        </p:nvSpPr>
        <p:spPr>
          <a:xfrm>
            <a:off x="509521" y="406950"/>
            <a:ext cx="80058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fair Display"/>
              <a:buNone/>
              <a:defRPr sz="3600" i="0" u="none" strike="noStrike" cap="non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9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ubTitle" idx="1"/>
          </p:nvPr>
        </p:nvSpPr>
        <p:spPr>
          <a:xfrm>
            <a:off x="509577" y="219225"/>
            <a:ext cx="3773400" cy="219300"/>
          </a:xfrm>
          <a:prstGeom prst="rect">
            <a:avLst/>
          </a:prstGeom>
        </p:spPr>
        <p:txBody>
          <a:bodyPr spcFirstLastPara="1" wrap="square" lIns="34275" tIns="34275" rIns="34275" bIns="34275" anchor="t" anchorCtr="0">
            <a:noAutofit/>
          </a:bodyPr>
          <a:lstStyle>
            <a:lvl1pPr lvl="0">
              <a:spcBef>
                <a:spcPts val="700"/>
              </a:spcBef>
              <a:spcAft>
                <a:spcPts val="0"/>
              </a:spcAft>
              <a:buNone/>
              <a:defRPr sz="1100" b="1"/>
            </a:lvl1pPr>
            <a:lvl2pPr lvl="1"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pic>
        <p:nvPicPr>
          <p:cNvPr id="44" name="Google Shape;44;p10"/>
          <p:cNvPicPr preferRelativeResize="0"/>
          <p:nvPr/>
        </p:nvPicPr>
        <p:blipFill rotWithShape="1">
          <a:blip r:embed="rId2">
            <a:alphaModFix/>
          </a:blip>
          <a:srcRect l="27412" r="6551" b="2009"/>
          <a:stretch/>
        </p:blipFill>
        <p:spPr>
          <a:xfrm>
            <a:off x="7006675" y="-56025"/>
            <a:ext cx="2176574" cy="4846049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10"/>
          <p:cNvSpPr txBox="1">
            <a:spLocks noGrp="1"/>
          </p:cNvSpPr>
          <p:nvPr>
            <p:ph type="body" idx="2"/>
          </p:nvPr>
        </p:nvSpPr>
        <p:spPr>
          <a:xfrm>
            <a:off x="555675" y="1369225"/>
            <a:ext cx="59745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t" anchorCtr="0">
            <a:noAutofit/>
          </a:bodyPr>
          <a:lstStyle>
            <a:lvl1pPr marL="457200" marR="0" lvl="0" indent="-22860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2200"/>
              <a:buFont typeface="Roboto Light"/>
              <a:buNone/>
              <a:defRPr sz="22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1pPr>
            <a:lvl2pPr marL="914400" marR="0" lvl="1" indent="-228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Roboto Light"/>
              <a:buNone/>
              <a:defRPr sz="18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marR="0" lvl="2" indent="-228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500"/>
              <a:buFont typeface="Roboto Light"/>
              <a:buNone/>
              <a:defRPr sz="15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marR="0" lvl="3" indent="-228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300"/>
              <a:buFont typeface="Roboto Light"/>
              <a:buNone/>
              <a:defRPr sz="13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marR="0" lvl="4" indent="-228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100"/>
              <a:buFont typeface="Roboto Light"/>
              <a:buNone/>
              <a:defRPr sz="11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marR="0" lvl="5" indent="-28575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Roboto"/>
              <a:buChar char="•"/>
              <a:defRPr sz="90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27305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Roboto"/>
              <a:buChar char="•"/>
              <a:defRPr sz="7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26035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500"/>
              <a:buFont typeface="Roboto"/>
              <a:buChar char="•"/>
              <a:defRPr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2540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400"/>
              <a:buFont typeface="Roboto"/>
              <a:buChar char="•"/>
              <a:defRPr sz="4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Text and Photo 1">
  <p:cSld name="Large Picture with Logo_1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1"/>
          <p:cNvSpPr txBox="1">
            <a:spLocks noGrp="1"/>
          </p:cNvSpPr>
          <p:nvPr>
            <p:ph type="title"/>
          </p:nvPr>
        </p:nvSpPr>
        <p:spPr>
          <a:xfrm>
            <a:off x="509521" y="406950"/>
            <a:ext cx="80058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fair Display"/>
              <a:buNone/>
              <a:defRPr sz="3600" i="0" u="none" strike="noStrike" cap="non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9pPr>
          </a:lstStyle>
          <a:p>
            <a:endParaRPr/>
          </a:p>
        </p:txBody>
      </p:sp>
      <p:sp>
        <p:nvSpPr>
          <p:cNvPr id="48" name="Google Shape;48;p11"/>
          <p:cNvSpPr txBox="1">
            <a:spLocks noGrp="1"/>
          </p:cNvSpPr>
          <p:nvPr>
            <p:ph type="subTitle" idx="1"/>
          </p:nvPr>
        </p:nvSpPr>
        <p:spPr>
          <a:xfrm>
            <a:off x="509577" y="219225"/>
            <a:ext cx="3773400" cy="219300"/>
          </a:xfrm>
          <a:prstGeom prst="rect">
            <a:avLst/>
          </a:prstGeom>
        </p:spPr>
        <p:txBody>
          <a:bodyPr spcFirstLastPara="1" wrap="square" lIns="34275" tIns="34275" rIns="34275" bIns="34275" anchor="t" anchorCtr="0">
            <a:noAutofit/>
          </a:bodyPr>
          <a:lstStyle>
            <a:lvl1pPr lvl="0">
              <a:spcBef>
                <a:spcPts val="700"/>
              </a:spcBef>
              <a:spcAft>
                <a:spcPts val="0"/>
              </a:spcAft>
              <a:buNone/>
              <a:defRPr sz="1100" b="1"/>
            </a:lvl1pPr>
            <a:lvl2pPr lvl="1"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1"/>
          <p:cNvSpPr txBox="1">
            <a:spLocks noGrp="1"/>
          </p:cNvSpPr>
          <p:nvPr>
            <p:ph type="body" idx="2"/>
          </p:nvPr>
        </p:nvSpPr>
        <p:spPr>
          <a:xfrm>
            <a:off x="555675" y="1369225"/>
            <a:ext cx="59745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t" anchorCtr="0">
            <a:noAutofit/>
          </a:bodyPr>
          <a:lstStyle>
            <a:lvl1pPr marL="457200" marR="0" lvl="0" indent="-22860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2200"/>
              <a:buFont typeface="Roboto Light"/>
              <a:buNone/>
              <a:defRPr sz="22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1pPr>
            <a:lvl2pPr marL="914400" marR="0" lvl="1" indent="-228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Roboto Light"/>
              <a:buNone/>
              <a:defRPr sz="18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marR="0" lvl="2" indent="-228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500"/>
              <a:buFont typeface="Roboto Light"/>
              <a:buNone/>
              <a:defRPr sz="15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marR="0" lvl="3" indent="-228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300"/>
              <a:buFont typeface="Roboto Light"/>
              <a:buNone/>
              <a:defRPr sz="13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marR="0" lvl="4" indent="-228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100"/>
              <a:buFont typeface="Roboto Light"/>
              <a:buNone/>
              <a:defRPr sz="11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marR="0" lvl="5" indent="-28575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Roboto"/>
              <a:buChar char="•"/>
              <a:defRPr sz="90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27305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Roboto"/>
              <a:buChar char="•"/>
              <a:defRPr sz="7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26035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500"/>
              <a:buFont typeface="Roboto"/>
              <a:buChar char="•"/>
              <a:defRPr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2540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400"/>
              <a:buFont typeface="Roboto"/>
              <a:buChar char="•"/>
              <a:defRPr sz="4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Text and Photo 2">
  <p:cSld name="Large Picture with Logo_1_1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2"/>
          <p:cNvSpPr txBox="1">
            <a:spLocks noGrp="1"/>
          </p:cNvSpPr>
          <p:nvPr>
            <p:ph type="title"/>
          </p:nvPr>
        </p:nvSpPr>
        <p:spPr>
          <a:xfrm>
            <a:off x="509521" y="406950"/>
            <a:ext cx="80058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fair Display"/>
              <a:buNone/>
              <a:defRPr sz="3600" i="0" u="none" strike="noStrike" cap="non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9pPr>
          </a:lstStyle>
          <a:p>
            <a:endParaRPr/>
          </a:p>
        </p:txBody>
      </p:sp>
      <p:sp>
        <p:nvSpPr>
          <p:cNvPr id="52" name="Google Shape;52;p12"/>
          <p:cNvSpPr txBox="1">
            <a:spLocks noGrp="1"/>
          </p:cNvSpPr>
          <p:nvPr>
            <p:ph type="subTitle" idx="1"/>
          </p:nvPr>
        </p:nvSpPr>
        <p:spPr>
          <a:xfrm>
            <a:off x="509577" y="219225"/>
            <a:ext cx="3773400" cy="219300"/>
          </a:xfrm>
          <a:prstGeom prst="rect">
            <a:avLst/>
          </a:prstGeom>
        </p:spPr>
        <p:txBody>
          <a:bodyPr spcFirstLastPara="1" wrap="square" lIns="34275" tIns="34275" rIns="34275" bIns="34275" anchor="t" anchorCtr="0">
            <a:noAutofit/>
          </a:bodyPr>
          <a:lstStyle>
            <a:lvl1pPr lvl="0">
              <a:spcBef>
                <a:spcPts val="700"/>
              </a:spcBef>
              <a:spcAft>
                <a:spcPts val="0"/>
              </a:spcAft>
              <a:buNone/>
              <a:defRPr sz="1100" b="1"/>
            </a:lvl1pPr>
            <a:lvl2pPr lvl="1"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pic>
        <p:nvPicPr>
          <p:cNvPr id="53" name="Google Shape;53;p12"/>
          <p:cNvPicPr preferRelativeResize="0"/>
          <p:nvPr/>
        </p:nvPicPr>
        <p:blipFill rotWithShape="1">
          <a:blip r:embed="rId2">
            <a:alphaModFix/>
          </a:blip>
          <a:srcRect l="27412" r="6551"/>
          <a:stretch/>
        </p:blipFill>
        <p:spPr>
          <a:xfrm>
            <a:off x="7006675" y="-57150"/>
            <a:ext cx="2137324" cy="4856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4" name="Google Shape;54;p12"/>
          <p:cNvPicPr preferRelativeResize="0"/>
          <p:nvPr/>
        </p:nvPicPr>
        <p:blipFill rotWithShape="1">
          <a:blip r:embed="rId3">
            <a:alphaModFix/>
          </a:blip>
          <a:srcRect l="8950"/>
          <a:stretch/>
        </p:blipFill>
        <p:spPr>
          <a:xfrm>
            <a:off x="7006665" y="-57150"/>
            <a:ext cx="6633784" cy="4856124"/>
          </a:xfrm>
          <a:prstGeom prst="rect">
            <a:avLst/>
          </a:prstGeom>
          <a:noFill/>
          <a:ln>
            <a:noFill/>
          </a:ln>
        </p:spPr>
      </p:pic>
      <p:pic>
        <p:nvPicPr>
          <p:cNvPr id="55" name="Google Shape;55;p12"/>
          <p:cNvPicPr preferRelativeResize="0"/>
          <p:nvPr/>
        </p:nvPicPr>
        <p:blipFill rotWithShape="1">
          <a:blip r:embed="rId4">
            <a:alphaModFix/>
          </a:blip>
          <a:srcRect l="39028"/>
          <a:stretch/>
        </p:blipFill>
        <p:spPr>
          <a:xfrm>
            <a:off x="7006676" y="-57150"/>
            <a:ext cx="4442373" cy="4856124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12"/>
          <p:cNvSpPr txBox="1">
            <a:spLocks noGrp="1"/>
          </p:cNvSpPr>
          <p:nvPr>
            <p:ph type="body" idx="2"/>
          </p:nvPr>
        </p:nvSpPr>
        <p:spPr>
          <a:xfrm>
            <a:off x="555675" y="1369225"/>
            <a:ext cx="59745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t" anchorCtr="0">
            <a:noAutofit/>
          </a:bodyPr>
          <a:lstStyle>
            <a:lvl1pPr marL="457200" marR="0" lvl="0" indent="-22860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2200"/>
              <a:buFont typeface="Roboto Light"/>
              <a:buNone/>
              <a:defRPr sz="22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1pPr>
            <a:lvl2pPr marL="914400" marR="0" lvl="1" indent="-228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Roboto Light"/>
              <a:buNone/>
              <a:defRPr sz="18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marR="0" lvl="2" indent="-228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500"/>
              <a:buFont typeface="Roboto Light"/>
              <a:buNone/>
              <a:defRPr sz="15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marR="0" lvl="3" indent="-228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300"/>
              <a:buFont typeface="Roboto Light"/>
              <a:buNone/>
              <a:defRPr sz="13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marR="0" lvl="4" indent="-228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100"/>
              <a:buFont typeface="Roboto Light"/>
              <a:buNone/>
              <a:defRPr sz="11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marR="0" lvl="5" indent="-28575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Roboto"/>
              <a:buChar char="•"/>
              <a:defRPr sz="90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27305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Roboto"/>
              <a:buChar char="•"/>
              <a:defRPr sz="7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26035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500"/>
              <a:buFont typeface="Roboto"/>
              <a:buChar char="•"/>
              <a:defRPr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2540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400"/>
              <a:buFont typeface="Roboto"/>
              <a:buChar char="•"/>
              <a:defRPr sz="4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Text and Photo 3">
  <p:cSld name="Large Picture with Logo_1_1_1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3"/>
          <p:cNvSpPr txBox="1">
            <a:spLocks noGrp="1"/>
          </p:cNvSpPr>
          <p:nvPr>
            <p:ph type="title"/>
          </p:nvPr>
        </p:nvSpPr>
        <p:spPr>
          <a:xfrm>
            <a:off x="509521" y="406950"/>
            <a:ext cx="80058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fair Display"/>
              <a:buNone/>
              <a:defRPr sz="3600" i="0" u="none" strike="noStrike" cap="non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9pPr>
          </a:lstStyle>
          <a:p>
            <a:endParaRPr/>
          </a:p>
        </p:txBody>
      </p:sp>
      <p:sp>
        <p:nvSpPr>
          <p:cNvPr id="59" name="Google Shape;59;p13"/>
          <p:cNvSpPr txBox="1">
            <a:spLocks noGrp="1"/>
          </p:cNvSpPr>
          <p:nvPr>
            <p:ph type="subTitle" idx="1"/>
          </p:nvPr>
        </p:nvSpPr>
        <p:spPr>
          <a:xfrm>
            <a:off x="509577" y="219225"/>
            <a:ext cx="3773400" cy="219300"/>
          </a:xfrm>
          <a:prstGeom prst="rect">
            <a:avLst/>
          </a:prstGeom>
        </p:spPr>
        <p:txBody>
          <a:bodyPr spcFirstLastPara="1" wrap="square" lIns="34275" tIns="34275" rIns="34275" bIns="34275" anchor="t" anchorCtr="0">
            <a:noAutofit/>
          </a:bodyPr>
          <a:lstStyle>
            <a:lvl1pPr lvl="0">
              <a:spcBef>
                <a:spcPts val="700"/>
              </a:spcBef>
              <a:spcAft>
                <a:spcPts val="0"/>
              </a:spcAft>
              <a:buNone/>
              <a:defRPr sz="1100" b="1"/>
            </a:lvl1pPr>
            <a:lvl2pPr lvl="1"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pic>
        <p:nvPicPr>
          <p:cNvPr id="60" name="Google Shape;60;p13"/>
          <p:cNvPicPr preferRelativeResize="0"/>
          <p:nvPr/>
        </p:nvPicPr>
        <p:blipFill rotWithShape="1">
          <a:blip r:embed="rId2">
            <a:alphaModFix/>
          </a:blip>
          <a:srcRect l="24210" r="1252"/>
          <a:stretch/>
        </p:blipFill>
        <p:spPr>
          <a:xfrm>
            <a:off x="7006675" y="-57150"/>
            <a:ext cx="5430948" cy="4856124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3"/>
          <p:cNvSpPr txBox="1">
            <a:spLocks noGrp="1"/>
          </p:cNvSpPr>
          <p:nvPr>
            <p:ph type="body" idx="2"/>
          </p:nvPr>
        </p:nvSpPr>
        <p:spPr>
          <a:xfrm>
            <a:off x="555675" y="1369225"/>
            <a:ext cx="59745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t" anchorCtr="0">
            <a:noAutofit/>
          </a:bodyPr>
          <a:lstStyle>
            <a:lvl1pPr marL="457200" marR="0" lvl="0" indent="-22860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2200"/>
              <a:buFont typeface="Roboto Light"/>
              <a:buNone/>
              <a:defRPr sz="22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1pPr>
            <a:lvl2pPr marL="914400" marR="0" lvl="1" indent="-228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Roboto Light"/>
              <a:buNone/>
              <a:defRPr sz="18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marR="0" lvl="2" indent="-228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500"/>
              <a:buFont typeface="Roboto Light"/>
              <a:buNone/>
              <a:defRPr sz="15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marR="0" lvl="3" indent="-228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300"/>
              <a:buFont typeface="Roboto Light"/>
              <a:buNone/>
              <a:defRPr sz="13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marR="0" lvl="4" indent="-228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100"/>
              <a:buFont typeface="Roboto Light"/>
              <a:buNone/>
              <a:defRPr sz="11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marR="0" lvl="5" indent="-28575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Roboto"/>
              <a:buChar char="•"/>
              <a:defRPr sz="90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27305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Roboto"/>
              <a:buChar char="•"/>
              <a:defRPr sz="7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26035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500"/>
              <a:buFont typeface="Roboto"/>
              <a:buChar char="•"/>
              <a:defRPr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2540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400"/>
              <a:buFont typeface="Roboto"/>
              <a:buChar char="•"/>
              <a:defRPr sz="4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Text and Photo 4">
  <p:cSld name="Large Picture with Logo_1_1_1_1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>
            <a:spLocks noGrp="1"/>
          </p:cNvSpPr>
          <p:nvPr>
            <p:ph type="title"/>
          </p:nvPr>
        </p:nvSpPr>
        <p:spPr>
          <a:xfrm>
            <a:off x="509521" y="406950"/>
            <a:ext cx="80058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fair Display"/>
              <a:buNone/>
              <a:defRPr sz="3600" i="0" u="none" strike="noStrike" cap="non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9pPr>
          </a:lstStyle>
          <a:p>
            <a:endParaRPr/>
          </a:p>
        </p:txBody>
      </p:sp>
      <p:sp>
        <p:nvSpPr>
          <p:cNvPr id="64" name="Google Shape;64;p14"/>
          <p:cNvSpPr txBox="1">
            <a:spLocks noGrp="1"/>
          </p:cNvSpPr>
          <p:nvPr>
            <p:ph type="subTitle" idx="1"/>
          </p:nvPr>
        </p:nvSpPr>
        <p:spPr>
          <a:xfrm>
            <a:off x="509577" y="219225"/>
            <a:ext cx="3773400" cy="219300"/>
          </a:xfrm>
          <a:prstGeom prst="rect">
            <a:avLst/>
          </a:prstGeom>
        </p:spPr>
        <p:txBody>
          <a:bodyPr spcFirstLastPara="1" wrap="square" lIns="34275" tIns="34275" rIns="34275" bIns="34275" anchor="t" anchorCtr="0">
            <a:noAutofit/>
          </a:bodyPr>
          <a:lstStyle>
            <a:lvl1pPr lvl="0">
              <a:spcBef>
                <a:spcPts val="700"/>
              </a:spcBef>
              <a:spcAft>
                <a:spcPts val="0"/>
              </a:spcAft>
              <a:buNone/>
              <a:defRPr sz="1100" b="1"/>
            </a:lvl1pPr>
            <a:lvl2pPr lvl="1"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pic>
        <p:nvPicPr>
          <p:cNvPr id="65" name="Google Shape;65;p14"/>
          <p:cNvPicPr preferRelativeResize="0"/>
          <p:nvPr/>
        </p:nvPicPr>
        <p:blipFill rotWithShape="1">
          <a:blip r:embed="rId2">
            <a:alphaModFix/>
          </a:blip>
          <a:srcRect l="34525"/>
          <a:stretch/>
        </p:blipFill>
        <p:spPr>
          <a:xfrm>
            <a:off x="7010075" y="-57150"/>
            <a:ext cx="2543048" cy="4856125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14"/>
          <p:cNvSpPr txBox="1">
            <a:spLocks noGrp="1"/>
          </p:cNvSpPr>
          <p:nvPr>
            <p:ph type="body" idx="2"/>
          </p:nvPr>
        </p:nvSpPr>
        <p:spPr>
          <a:xfrm>
            <a:off x="555675" y="1369225"/>
            <a:ext cx="59745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t" anchorCtr="0">
            <a:noAutofit/>
          </a:bodyPr>
          <a:lstStyle>
            <a:lvl1pPr marL="457200" marR="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2200"/>
              <a:buFont typeface="Roboto Light"/>
              <a:buNone/>
              <a:defRPr sz="22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Roboto Light"/>
              <a:buNone/>
              <a:defRPr sz="18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Font typeface="Roboto Light"/>
              <a:buNone/>
              <a:defRPr sz="15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00"/>
              <a:buFont typeface="Roboto Light"/>
              <a:buNone/>
              <a:defRPr sz="13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00"/>
              <a:buFont typeface="Roboto Light"/>
              <a:buNone/>
              <a:defRPr sz="11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marR="0" lvl="5" indent="-2857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Roboto"/>
              <a:buChar char="•"/>
              <a:defRPr sz="90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Roboto"/>
              <a:buChar char="•"/>
              <a:defRPr sz="7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2603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500"/>
              <a:buFont typeface="Roboto"/>
              <a:buChar char="•"/>
              <a:defRPr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254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400"/>
              <a:buFont typeface="Roboto"/>
              <a:buChar char="•"/>
              <a:defRPr sz="4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Text with Large Photo 1">
  <p:cSld name="3_Placeholder_1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>
            <a:spLocks noGrp="1"/>
          </p:cNvSpPr>
          <p:nvPr>
            <p:ph type="title"/>
          </p:nvPr>
        </p:nvSpPr>
        <p:spPr>
          <a:xfrm>
            <a:off x="509577" y="702469"/>
            <a:ext cx="22071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Playfair Display"/>
              <a:buNone/>
              <a:defRPr sz="2700" i="0" u="none" strike="noStrike" cap="non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9pPr>
          </a:lstStyle>
          <a:p>
            <a:endParaRPr/>
          </a:p>
        </p:txBody>
      </p:sp>
      <p:sp>
        <p:nvSpPr>
          <p:cNvPr id="73" name="Google Shape;73;p16"/>
          <p:cNvSpPr txBox="1">
            <a:spLocks noGrp="1"/>
          </p:cNvSpPr>
          <p:nvPr>
            <p:ph type="subTitle" idx="1"/>
          </p:nvPr>
        </p:nvSpPr>
        <p:spPr>
          <a:xfrm>
            <a:off x="509577" y="219225"/>
            <a:ext cx="3773400" cy="219300"/>
          </a:xfrm>
          <a:prstGeom prst="rect">
            <a:avLst/>
          </a:prstGeom>
        </p:spPr>
        <p:txBody>
          <a:bodyPr spcFirstLastPara="1" wrap="square" lIns="34275" tIns="34275" rIns="34275" bIns="34275" anchor="t" anchorCtr="0">
            <a:noAutofit/>
          </a:bodyPr>
          <a:lstStyle>
            <a:lvl1pPr lvl="0">
              <a:spcBef>
                <a:spcPts val="700"/>
              </a:spcBef>
              <a:spcAft>
                <a:spcPts val="0"/>
              </a:spcAft>
              <a:buNone/>
              <a:defRPr sz="1100" b="1"/>
            </a:lvl1pPr>
            <a:lvl2pPr lvl="1"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6"/>
          <p:cNvSpPr txBox="1">
            <a:spLocks noGrp="1"/>
          </p:cNvSpPr>
          <p:nvPr>
            <p:ph type="body" idx="2"/>
          </p:nvPr>
        </p:nvSpPr>
        <p:spPr>
          <a:xfrm>
            <a:off x="509575" y="1902650"/>
            <a:ext cx="22533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t" anchorCtr="0">
            <a:noAutofit/>
          </a:bodyPr>
          <a:lstStyle>
            <a:lvl1pPr marL="457200" marR="0" lvl="0" indent="-22860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2200"/>
              <a:buFont typeface="Roboto Light"/>
              <a:buNone/>
              <a:defRPr sz="22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1pPr>
            <a:lvl2pPr marL="914400" marR="0" lvl="1" indent="-228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Roboto Light"/>
              <a:buNone/>
              <a:defRPr sz="18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marR="0" lvl="2" indent="-228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500"/>
              <a:buFont typeface="Roboto Light"/>
              <a:buNone/>
              <a:defRPr sz="15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marR="0" lvl="3" indent="-228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300"/>
              <a:buFont typeface="Roboto Light"/>
              <a:buNone/>
              <a:defRPr sz="13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marR="0" lvl="4" indent="-228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100"/>
              <a:buFont typeface="Roboto Light"/>
              <a:buNone/>
              <a:defRPr sz="11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marR="0" lvl="5" indent="-28575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Roboto"/>
              <a:buChar char="•"/>
              <a:defRPr sz="90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27305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Roboto"/>
              <a:buChar char="•"/>
              <a:defRPr sz="7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2603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500"/>
              <a:buFont typeface="Roboto"/>
              <a:buChar char="•"/>
              <a:defRPr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254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400"/>
              <a:buFont typeface="Roboto"/>
              <a:buChar char="•"/>
              <a:defRPr sz="4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Single Statistic">
  <p:cSld name="1_Placeholder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7"/>
          <p:cNvSpPr txBox="1">
            <a:spLocks noGrp="1"/>
          </p:cNvSpPr>
          <p:nvPr>
            <p:ph type="subTitle" idx="1"/>
          </p:nvPr>
        </p:nvSpPr>
        <p:spPr>
          <a:xfrm>
            <a:off x="509577" y="219225"/>
            <a:ext cx="3773400" cy="219300"/>
          </a:xfrm>
          <a:prstGeom prst="rect">
            <a:avLst/>
          </a:prstGeom>
        </p:spPr>
        <p:txBody>
          <a:bodyPr spcFirstLastPara="1" wrap="square" lIns="34275" tIns="34275" rIns="34275" bIns="34275" anchor="t" anchorCtr="0">
            <a:noAutofit/>
          </a:bodyPr>
          <a:lstStyle>
            <a:lvl1pPr lvl="0">
              <a:spcBef>
                <a:spcPts val="700"/>
              </a:spcBef>
              <a:spcAft>
                <a:spcPts val="0"/>
              </a:spcAft>
              <a:buNone/>
              <a:defRPr sz="1100" b="1"/>
            </a:lvl1pPr>
            <a:lvl2pPr lvl="1"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7"/>
          <p:cNvSpPr txBox="1">
            <a:spLocks noGrp="1"/>
          </p:cNvSpPr>
          <p:nvPr>
            <p:ph type="title"/>
          </p:nvPr>
        </p:nvSpPr>
        <p:spPr>
          <a:xfrm>
            <a:off x="454066" y="1824338"/>
            <a:ext cx="4305900" cy="1385100"/>
          </a:xfrm>
          <a:prstGeom prst="rect">
            <a:avLst/>
          </a:prstGeom>
        </p:spPr>
        <p:txBody>
          <a:bodyPr spcFirstLastPara="1" wrap="square" lIns="34275" tIns="34275" rIns="34275" bIns="3427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400">
                <a:solidFill>
                  <a:schemeClr val="accent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78" name="Google Shape;78;p17"/>
          <p:cNvSpPr txBox="1">
            <a:spLocks noGrp="1"/>
          </p:cNvSpPr>
          <p:nvPr>
            <p:ph type="subTitle" idx="2"/>
          </p:nvPr>
        </p:nvSpPr>
        <p:spPr>
          <a:xfrm>
            <a:off x="454066" y="3127509"/>
            <a:ext cx="8353200" cy="715200"/>
          </a:xfrm>
          <a:prstGeom prst="rect">
            <a:avLst/>
          </a:prstGeom>
        </p:spPr>
        <p:txBody>
          <a:bodyPr spcFirstLastPara="1" wrap="square" lIns="34275" tIns="34275" rIns="34275" bIns="34275" anchor="t" anchorCtr="0">
            <a:noAutofit/>
          </a:bodyPr>
          <a:lstStyle>
            <a:lvl1pPr lvl="0">
              <a:spcBef>
                <a:spcPts val="700"/>
              </a:spcBef>
              <a:spcAft>
                <a:spcPts val="0"/>
              </a:spcAft>
              <a:buNone/>
              <a:defRPr sz="18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7"/>
          <p:cNvSpPr txBox="1">
            <a:spLocks noGrp="1"/>
          </p:cNvSpPr>
          <p:nvPr>
            <p:ph type="subTitle" idx="3"/>
          </p:nvPr>
        </p:nvSpPr>
        <p:spPr>
          <a:xfrm>
            <a:off x="4838166" y="1824350"/>
            <a:ext cx="3866400" cy="1174500"/>
          </a:xfrm>
          <a:prstGeom prst="rect">
            <a:avLst/>
          </a:prstGeom>
        </p:spPr>
        <p:txBody>
          <a:bodyPr spcFirstLastPara="1" wrap="square" lIns="34275" tIns="34275" rIns="34275" bIns="34275" anchor="t" anchorCtr="0">
            <a:noAutofit/>
          </a:bodyPr>
          <a:lstStyle>
            <a:lvl1pPr lvl="0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7"/>
          <p:cNvSpPr txBox="1">
            <a:spLocks noGrp="1"/>
          </p:cNvSpPr>
          <p:nvPr>
            <p:ph type="title" idx="4"/>
          </p:nvPr>
        </p:nvSpPr>
        <p:spPr>
          <a:xfrm>
            <a:off x="509577" y="837514"/>
            <a:ext cx="80058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fair Display"/>
              <a:buNone/>
              <a:defRPr sz="3600" i="0" u="none" strike="noStrike" cap="non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Multiple Statistics">
  <p:cSld name="1_Placeholder_1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8"/>
          <p:cNvSpPr txBox="1">
            <a:spLocks noGrp="1"/>
          </p:cNvSpPr>
          <p:nvPr>
            <p:ph type="subTitle" idx="1"/>
          </p:nvPr>
        </p:nvSpPr>
        <p:spPr>
          <a:xfrm>
            <a:off x="509577" y="219225"/>
            <a:ext cx="3773400" cy="219300"/>
          </a:xfrm>
          <a:prstGeom prst="rect">
            <a:avLst/>
          </a:prstGeom>
        </p:spPr>
        <p:txBody>
          <a:bodyPr spcFirstLastPara="1" wrap="square" lIns="34275" tIns="34275" rIns="34275" bIns="34275" anchor="t" anchorCtr="0">
            <a:noAutofit/>
          </a:bodyPr>
          <a:lstStyle>
            <a:lvl1pPr lvl="0">
              <a:spcBef>
                <a:spcPts val="700"/>
              </a:spcBef>
              <a:spcAft>
                <a:spcPts val="0"/>
              </a:spcAft>
              <a:buNone/>
              <a:defRPr sz="1100" b="1"/>
            </a:lvl1pPr>
            <a:lvl2pPr lvl="1"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8"/>
          <p:cNvSpPr txBox="1">
            <a:spLocks noGrp="1"/>
          </p:cNvSpPr>
          <p:nvPr>
            <p:ph type="title"/>
          </p:nvPr>
        </p:nvSpPr>
        <p:spPr>
          <a:xfrm>
            <a:off x="454066" y="759488"/>
            <a:ext cx="4305900" cy="1385100"/>
          </a:xfrm>
          <a:prstGeom prst="rect">
            <a:avLst/>
          </a:prstGeom>
        </p:spPr>
        <p:txBody>
          <a:bodyPr spcFirstLastPara="1" wrap="square" lIns="34275" tIns="34275" rIns="34275" bIns="3427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500">
                <a:solidFill>
                  <a:schemeClr val="accent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4" name="Google Shape;84;p18"/>
          <p:cNvSpPr txBox="1">
            <a:spLocks noGrp="1"/>
          </p:cNvSpPr>
          <p:nvPr>
            <p:ph type="subTitle" idx="2"/>
          </p:nvPr>
        </p:nvSpPr>
        <p:spPr>
          <a:xfrm>
            <a:off x="4759893" y="759488"/>
            <a:ext cx="4008300" cy="1174500"/>
          </a:xfrm>
          <a:prstGeom prst="rect">
            <a:avLst/>
          </a:prstGeom>
        </p:spPr>
        <p:txBody>
          <a:bodyPr spcFirstLastPara="1" wrap="square" lIns="34275" tIns="34275" rIns="34275" bIns="34275" anchor="t" anchorCtr="0">
            <a:noAutofit/>
          </a:bodyPr>
          <a:lstStyle>
            <a:lvl1pPr lvl="0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8"/>
          <p:cNvSpPr txBox="1">
            <a:spLocks noGrp="1"/>
          </p:cNvSpPr>
          <p:nvPr>
            <p:ph type="title" idx="3"/>
          </p:nvPr>
        </p:nvSpPr>
        <p:spPr>
          <a:xfrm>
            <a:off x="454066" y="2037533"/>
            <a:ext cx="4305900" cy="1385100"/>
          </a:xfrm>
          <a:prstGeom prst="rect">
            <a:avLst/>
          </a:prstGeom>
        </p:spPr>
        <p:txBody>
          <a:bodyPr spcFirstLastPara="1" wrap="square" lIns="34275" tIns="34275" rIns="34275" bIns="3427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500">
                <a:solidFill>
                  <a:schemeClr val="accent5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6" name="Google Shape;86;p18"/>
          <p:cNvSpPr txBox="1">
            <a:spLocks noGrp="1"/>
          </p:cNvSpPr>
          <p:nvPr>
            <p:ph type="subTitle" idx="4"/>
          </p:nvPr>
        </p:nvSpPr>
        <p:spPr>
          <a:xfrm>
            <a:off x="4759893" y="2037533"/>
            <a:ext cx="4008300" cy="1174500"/>
          </a:xfrm>
          <a:prstGeom prst="rect">
            <a:avLst/>
          </a:prstGeom>
        </p:spPr>
        <p:txBody>
          <a:bodyPr spcFirstLastPara="1" wrap="square" lIns="34275" tIns="34275" rIns="34275" bIns="34275" anchor="t" anchorCtr="0">
            <a:noAutofit/>
          </a:bodyPr>
          <a:lstStyle>
            <a:lvl1pPr lvl="0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18"/>
          <p:cNvSpPr txBox="1">
            <a:spLocks noGrp="1"/>
          </p:cNvSpPr>
          <p:nvPr>
            <p:ph type="title" idx="5"/>
          </p:nvPr>
        </p:nvSpPr>
        <p:spPr>
          <a:xfrm>
            <a:off x="454066" y="3437708"/>
            <a:ext cx="4305900" cy="1385100"/>
          </a:xfrm>
          <a:prstGeom prst="rect">
            <a:avLst/>
          </a:prstGeom>
        </p:spPr>
        <p:txBody>
          <a:bodyPr spcFirstLastPara="1" wrap="square" lIns="34275" tIns="34275" rIns="34275" bIns="3427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500">
                <a:solidFill>
                  <a:schemeClr val="accent6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8" name="Google Shape;88;p18"/>
          <p:cNvSpPr txBox="1">
            <a:spLocks noGrp="1"/>
          </p:cNvSpPr>
          <p:nvPr>
            <p:ph type="subTitle" idx="6"/>
          </p:nvPr>
        </p:nvSpPr>
        <p:spPr>
          <a:xfrm>
            <a:off x="4759893" y="3437709"/>
            <a:ext cx="4008300" cy="1174500"/>
          </a:xfrm>
          <a:prstGeom prst="rect">
            <a:avLst/>
          </a:prstGeom>
        </p:spPr>
        <p:txBody>
          <a:bodyPr spcFirstLastPara="1" wrap="square" lIns="34275" tIns="34275" rIns="34275" bIns="34275" anchor="t" anchorCtr="0">
            <a:noAutofit/>
          </a:bodyPr>
          <a:lstStyle>
            <a:lvl1pPr lvl="0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Quote">
  <p:cSld name="CUSTOM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9"/>
          <p:cNvSpPr txBox="1">
            <a:spLocks noGrp="1"/>
          </p:cNvSpPr>
          <p:nvPr>
            <p:ph type="subTitle" idx="1"/>
          </p:nvPr>
        </p:nvSpPr>
        <p:spPr>
          <a:xfrm>
            <a:off x="509577" y="219225"/>
            <a:ext cx="3773400" cy="219300"/>
          </a:xfrm>
          <a:prstGeom prst="rect">
            <a:avLst/>
          </a:prstGeom>
        </p:spPr>
        <p:txBody>
          <a:bodyPr spcFirstLastPara="1" wrap="square" lIns="34275" tIns="34275" rIns="34275" bIns="34275" anchor="t" anchorCtr="0">
            <a:noAutofit/>
          </a:bodyPr>
          <a:lstStyle>
            <a:lvl1pPr lvl="0">
              <a:spcBef>
                <a:spcPts val="700"/>
              </a:spcBef>
              <a:spcAft>
                <a:spcPts val="0"/>
              </a:spcAft>
              <a:buNone/>
              <a:defRPr sz="1100" b="1"/>
            </a:lvl1pPr>
            <a:lvl2pPr lvl="1"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19"/>
          <p:cNvSpPr/>
          <p:nvPr/>
        </p:nvSpPr>
        <p:spPr>
          <a:xfrm>
            <a:off x="5748887" y="1561152"/>
            <a:ext cx="1718100" cy="219300"/>
          </a:xfrm>
          <a:prstGeom prst="rect">
            <a:avLst/>
          </a:prstGeom>
          <a:solidFill>
            <a:srgbClr val="738D33"/>
          </a:solidFill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19"/>
          <p:cNvSpPr/>
          <p:nvPr/>
        </p:nvSpPr>
        <p:spPr>
          <a:xfrm>
            <a:off x="7467434" y="1561152"/>
            <a:ext cx="1718100" cy="219300"/>
          </a:xfrm>
          <a:prstGeom prst="rect">
            <a:avLst/>
          </a:prstGeom>
          <a:solidFill>
            <a:srgbClr val="625578"/>
          </a:solidFill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19"/>
          <p:cNvSpPr/>
          <p:nvPr/>
        </p:nvSpPr>
        <p:spPr>
          <a:xfrm>
            <a:off x="0" y="1561152"/>
            <a:ext cx="1718100" cy="219300"/>
          </a:xfrm>
          <a:prstGeom prst="rect">
            <a:avLst/>
          </a:prstGeom>
          <a:solidFill>
            <a:srgbClr val="FFB600"/>
          </a:solidFill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19"/>
          <p:cNvSpPr/>
          <p:nvPr/>
        </p:nvSpPr>
        <p:spPr>
          <a:xfrm>
            <a:off x="1718076" y="1561152"/>
            <a:ext cx="1718100" cy="219300"/>
          </a:xfrm>
          <a:prstGeom prst="rect">
            <a:avLst/>
          </a:prstGeom>
          <a:solidFill>
            <a:srgbClr val="498DA0"/>
          </a:solidFill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p19"/>
          <p:cNvSpPr txBox="1"/>
          <p:nvPr/>
        </p:nvSpPr>
        <p:spPr>
          <a:xfrm>
            <a:off x="3589051" y="975950"/>
            <a:ext cx="1965900" cy="87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0" b="1">
                <a:solidFill>
                  <a:srgbClr val="818387"/>
                </a:solidFill>
              </a:rPr>
              <a:t>“</a:t>
            </a:r>
            <a:endParaRPr sz="12000" b="1">
              <a:solidFill>
                <a:srgbClr val="818387"/>
              </a:solidFill>
            </a:endParaRPr>
          </a:p>
        </p:txBody>
      </p:sp>
      <p:sp>
        <p:nvSpPr>
          <p:cNvPr id="96" name="Google Shape;96;p19"/>
          <p:cNvSpPr txBox="1">
            <a:spLocks noGrp="1"/>
          </p:cNvSpPr>
          <p:nvPr>
            <p:ph type="title"/>
          </p:nvPr>
        </p:nvSpPr>
        <p:spPr>
          <a:xfrm>
            <a:off x="1682308" y="2130769"/>
            <a:ext cx="5779500" cy="1962600"/>
          </a:xfrm>
          <a:prstGeom prst="rect">
            <a:avLst/>
          </a:prstGeom>
        </p:spPr>
        <p:txBody>
          <a:bodyPr spcFirstLastPara="1" wrap="square" lIns="34275" tIns="34275" rIns="34275" bIns="3427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97" name="Google Shape;97;p19"/>
          <p:cNvSpPr txBox="1">
            <a:spLocks noGrp="1"/>
          </p:cNvSpPr>
          <p:nvPr>
            <p:ph type="subTitle" idx="2"/>
          </p:nvPr>
        </p:nvSpPr>
        <p:spPr>
          <a:xfrm>
            <a:off x="3300470" y="3999056"/>
            <a:ext cx="2543100" cy="384600"/>
          </a:xfrm>
          <a:prstGeom prst="rect">
            <a:avLst/>
          </a:prstGeom>
        </p:spPr>
        <p:txBody>
          <a:bodyPr spcFirstLastPara="1" wrap="square" lIns="34275" tIns="34275" rIns="34275" bIns="34275" anchor="t" anchorCtr="0">
            <a:noAutofit/>
          </a:bodyPr>
          <a:lstStyle>
            <a:lvl1pPr lvl="0" algn="ctr">
              <a:spcBef>
                <a:spcPts val="700"/>
              </a:spcBef>
              <a:spcAft>
                <a:spcPts val="0"/>
              </a:spcAft>
              <a:buNone/>
              <a:defRPr sz="1100"/>
            </a:lvl1pPr>
            <a:lvl2pPr lvl="1"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13_Title Slide">
  <p:cSld name="13_Title Slide"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0"/>
          <p:cNvSpPr>
            <a:spLocks noGrp="1"/>
          </p:cNvSpPr>
          <p:nvPr>
            <p:ph type="pic" idx="2"/>
          </p:nvPr>
        </p:nvSpPr>
        <p:spPr>
          <a:xfrm>
            <a:off x="192505" y="514350"/>
            <a:ext cx="1600200" cy="4629300"/>
          </a:xfrm>
          <a:prstGeom prst="rect">
            <a:avLst/>
          </a:prstGeom>
          <a:noFill/>
          <a:ln>
            <a:noFill/>
          </a:ln>
        </p:spPr>
      </p:sp>
      <p:sp>
        <p:nvSpPr>
          <p:cNvPr id="100" name="Google Shape;100;p20"/>
          <p:cNvSpPr>
            <a:spLocks noGrp="1"/>
          </p:cNvSpPr>
          <p:nvPr>
            <p:ph type="pic" idx="3"/>
          </p:nvPr>
        </p:nvSpPr>
        <p:spPr>
          <a:xfrm>
            <a:off x="1997242" y="0"/>
            <a:ext cx="1600200" cy="4629300"/>
          </a:xfrm>
          <a:prstGeom prst="rect">
            <a:avLst/>
          </a:prstGeom>
          <a:noFill/>
          <a:ln>
            <a:noFill/>
          </a:ln>
        </p:spPr>
      </p:sp>
      <p:sp>
        <p:nvSpPr>
          <p:cNvPr id="101" name="Google Shape;101;p20"/>
          <p:cNvSpPr>
            <a:spLocks noGrp="1"/>
          </p:cNvSpPr>
          <p:nvPr>
            <p:ph type="pic" idx="4"/>
          </p:nvPr>
        </p:nvSpPr>
        <p:spPr>
          <a:xfrm>
            <a:off x="3801980" y="514350"/>
            <a:ext cx="1600200" cy="4629300"/>
          </a:xfrm>
          <a:prstGeom prst="rect">
            <a:avLst/>
          </a:prstGeom>
          <a:noFill/>
          <a:ln>
            <a:noFill/>
          </a:ln>
        </p:spPr>
      </p:sp>
      <p:sp>
        <p:nvSpPr>
          <p:cNvPr id="102" name="Google Shape;102;p20"/>
          <p:cNvSpPr>
            <a:spLocks noGrp="1"/>
          </p:cNvSpPr>
          <p:nvPr>
            <p:ph type="pic" idx="5"/>
          </p:nvPr>
        </p:nvSpPr>
        <p:spPr>
          <a:xfrm>
            <a:off x="5606716" y="0"/>
            <a:ext cx="1600200" cy="4629300"/>
          </a:xfrm>
          <a:prstGeom prst="rect">
            <a:avLst/>
          </a:prstGeom>
          <a:noFill/>
          <a:ln>
            <a:noFill/>
          </a:ln>
        </p:spPr>
      </p:sp>
      <p:sp>
        <p:nvSpPr>
          <p:cNvPr id="103" name="Google Shape;103;p20"/>
          <p:cNvSpPr>
            <a:spLocks noGrp="1"/>
          </p:cNvSpPr>
          <p:nvPr>
            <p:ph type="pic" idx="6"/>
          </p:nvPr>
        </p:nvSpPr>
        <p:spPr>
          <a:xfrm>
            <a:off x="7411453" y="514350"/>
            <a:ext cx="1600200" cy="4629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Cover Page 1">
  <p:cSld name="1_Cover Page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-53437" y="3390300"/>
            <a:ext cx="9197400" cy="1753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6" name="Google Shape;106;p21"/>
          <p:cNvPicPr preferRelativeResize="0"/>
          <p:nvPr/>
        </p:nvPicPr>
        <p:blipFill rotWithShape="1">
          <a:blip r:embed="rId2">
            <a:alphaModFix/>
          </a:blip>
          <a:srcRect t="43844" r="-563" b="13732"/>
          <a:stretch/>
        </p:blipFill>
        <p:spPr>
          <a:xfrm>
            <a:off x="-53437" y="-70462"/>
            <a:ext cx="9250875" cy="3460759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21"/>
          <p:cNvSpPr txBox="1">
            <a:spLocks noGrp="1"/>
          </p:cNvSpPr>
          <p:nvPr>
            <p:ph type="title"/>
          </p:nvPr>
        </p:nvSpPr>
        <p:spPr>
          <a:xfrm>
            <a:off x="493923" y="976378"/>
            <a:ext cx="8005800" cy="182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700" tIns="25700" rIns="25700" bIns="25700" anchor="ctr" anchorCtr="0">
            <a:norm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Playfair Display"/>
              <a:buNone/>
              <a:defRPr sz="3600" i="0" u="none" strike="noStrike" cap="none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Font typeface="Arial"/>
              <a:buNone/>
              <a:defRPr sz="7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Font typeface="Arial"/>
              <a:buNone/>
              <a:defRPr sz="7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Font typeface="Arial"/>
              <a:buNone/>
              <a:defRPr sz="7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Font typeface="Arial"/>
              <a:buNone/>
              <a:defRPr sz="7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Font typeface="Arial"/>
              <a:buNone/>
              <a:defRPr sz="7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Font typeface="Arial"/>
              <a:buNone/>
              <a:defRPr sz="7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Font typeface="Arial"/>
              <a:buNone/>
              <a:defRPr sz="7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Font typeface="Arial"/>
              <a:buNone/>
              <a:defRPr sz="700"/>
            </a:lvl9pPr>
          </a:lstStyle>
          <a:p>
            <a:endParaRPr/>
          </a:p>
        </p:txBody>
      </p:sp>
      <p:sp>
        <p:nvSpPr>
          <p:cNvPr id="108" name="Google Shape;108;p21"/>
          <p:cNvSpPr txBox="1">
            <a:spLocks noGrp="1"/>
          </p:cNvSpPr>
          <p:nvPr>
            <p:ph type="subTitle" idx="1"/>
          </p:nvPr>
        </p:nvSpPr>
        <p:spPr>
          <a:xfrm>
            <a:off x="493926" y="3549825"/>
            <a:ext cx="7661100" cy="9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2pPr>
            <a:lvl3pPr lvl="2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3pPr>
            <a:lvl4pPr lvl="3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4pPr>
            <a:lvl5pPr lvl="4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lvl="5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6pPr>
            <a:lvl7pPr lvl="6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7pPr>
            <a:lvl8pPr lvl="7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8pPr>
            <a:lvl9pPr lvl="8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9" name="Google Shape;109;p21"/>
          <p:cNvSpPr txBox="1">
            <a:spLocks noGrp="1"/>
          </p:cNvSpPr>
          <p:nvPr>
            <p:ph type="subTitle" idx="2"/>
          </p:nvPr>
        </p:nvSpPr>
        <p:spPr>
          <a:xfrm>
            <a:off x="493923" y="4079316"/>
            <a:ext cx="7327800" cy="298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800"/>
            </a:lvl1pPr>
            <a:lvl2pPr lvl="1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2pPr>
            <a:lvl3pPr lvl="2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3pPr>
            <a:lvl4pPr lvl="3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4pPr>
            <a:lvl5pPr lvl="4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lvl="5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6pPr>
            <a:lvl7pPr lvl="6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7pPr>
            <a:lvl8pPr lvl="7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8pPr>
            <a:lvl9pPr lvl="8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1.jp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509521" y="406950"/>
            <a:ext cx="80058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fair Display"/>
              <a:buNone/>
              <a:defRPr sz="3600" i="0" u="none" strike="noStrike" cap="non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509577" y="1401113"/>
            <a:ext cx="80058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t" anchorCtr="0">
            <a:noAutofit/>
          </a:bodyPr>
          <a:lstStyle>
            <a:lvl1pPr marL="457200" marR="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Roboto"/>
              <a:buNone/>
              <a:defRPr sz="220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None/>
              <a:defRPr sz="180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Roboto"/>
              <a:buNone/>
              <a:defRPr sz="150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None/>
              <a:defRPr sz="130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None/>
              <a:defRPr sz="110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2857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Roboto"/>
              <a:buChar char="•"/>
              <a:defRPr sz="9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Roboto"/>
              <a:buChar char="•"/>
              <a:defRPr sz="7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2603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500"/>
              <a:buFont typeface="Roboto"/>
              <a:buChar char="•"/>
              <a:defRPr sz="5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254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400"/>
              <a:buFont typeface="Roboto"/>
              <a:buChar char="•"/>
              <a:defRPr sz="4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pic>
        <p:nvPicPr>
          <p:cNvPr id="8" name="Google Shape;8;p1"/>
          <p:cNvPicPr preferRelativeResize="0"/>
          <p:nvPr/>
        </p:nvPicPr>
        <p:blipFill rotWithShape="1">
          <a:blip r:embed="rId21">
            <a:alphaModFix/>
          </a:blip>
          <a:srcRect t="35296"/>
          <a:stretch/>
        </p:blipFill>
        <p:spPr>
          <a:xfrm>
            <a:off x="0" y="4794384"/>
            <a:ext cx="9144000" cy="349116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3923" y="976378"/>
            <a:ext cx="4268908" cy="1824300"/>
          </a:xfrm>
        </p:spPr>
        <p:txBody>
          <a:bodyPr wrap="square"/>
          <a:lstStyle/>
          <a:p>
            <a:pPr marL="0" indent="0">
              <a:buNone/>
            </a:pPr>
            <a:r>
              <a:rPr dirty="0"/>
              <a:t>CSCI 3495</a:t>
            </a:r>
          </a:p>
          <a:p>
            <a:pPr marL="0" indent="0">
              <a:buNone/>
            </a:pPr>
            <a:r>
              <a:rPr lang="en-US" dirty="0"/>
              <a:t>Coding Agents: </a:t>
            </a:r>
            <a:br>
              <a:rPr lang="en-US" dirty="0"/>
            </a:br>
            <a:r>
              <a:rPr lang="en-US" dirty="0"/>
              <a:t>Giving an LLM a Sneaky Tool</a:t>
            </a:r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93926" y="3549825"/>
            <a:ext cx="5834417" cy="970800"/>
          </a:xfrm>
        </p:spPr>
        <p:txBody>
          <a:bodyPr wrap="square"/>
          <a:lstStyle/>
          <a:p>
            <a:pPr marL="0" indent="0">
              <a:buNone/>
            </a:pPr>
            <a:r>
              <a:t>Natural Language Processing &amp; Large Language Models</a:t>
            </a:r>
          </a:p>
          <a:p>
            <a:pPr marL="0" indent="0">
              <a:buNone/>
            </a:pPr>
            <a:r>
              <a:t>Week 8, Class 2  ·  Wed Oct 14,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759452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777777"/>
                </a:solidFill>
              </a:defRPr>
            </a:pPr>
            <a:r>
              <a:t>Source: Unsplash License, https://images.unsplash.com/photo-1518770660439-4636190af475</a:t>
            </a:r>
          </a:p>
        </p:txBody>
      </p:sp>
      <p:pic>
        <p:nvPicPr>
          <p:cNvPr id="7" name="Picture 6" descr="A person holding a snake&#10;&#10;AI-generated content may be incorrect.">
            <a:extLst>
              <a:ext uri="{FF2B5EF4-FFF2-40B4-BE49-F238E27FC236}">
                <a16:creationId xmlns:a16="http://schemas.microsoft.com/office/drawing/2014/main" id="{A99647AA-36D4-EA45-0627-3875CD2771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2599" y="439251"/>
            <a:ext cx="4658702" cy="261404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0E58931-0EE3-8FAF-EA1F-BB7DED85CA2A}"/>
              </a:ext>
            </a:extLst>
          </p:cNvPr>
          <p:cNvSpPr txBox="1"/>
          <p:nvPr/>
        </p:nvSpPr>
        <p:spPr>
          <a:xfrm>
            <a:off x="4677326" y="544424"/>
            <a:ext cx="17651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chemeClr val="bg1"/>
                </a:solidFill>
                <a:latin typeface="Impact" panose="020B0806030902050204" pitchFamily="34" charset="0"/>
              </a:rPr>
              <a:t>LLM &amp; 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1071565-8848-31B8-01F2-E9EBFDF374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8297" y="589830"/>
            <a:ext cx="3300026" cy="994200"/>
          </a:xfrm>
        </p:spPr>
        <p:txBody>
          <a:bodyPr/>
          <a:lstStyle/>
          <a:p>
            <a:r>
              <a:rPr lang="en-US" dirty="0"/>
              <a:t>Allowing LLMs to Code &amp; Execute</a:t>
            </a:r>
          </a:p>
        </p:txBody>
      </p:sp>
      <p:pic>
        <p:nvPicPr>
          <p:cNvPr id="7" name="Picture 6" descr="A screenshot of a screenshot of a computer language model&#10;&#10;AI-generated content may be incorrect.">
            <a:extLst>
              <a:ext uri="{FF2B5EF4-FFF2-40B4-BE49-F238E27FC236}">
                <a16:creationId xmlns:a16="http://schemas.microsoft.com/office/drawing/2014/main" id="{2CA6F8ED-309A-FB59-3CEE-3031197231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8323" y="203475"/>
            <a:ext cx="5462249" cy="4736550"/>
          </a:xfrm>
          <a:prstGeom prst="rect">
            <a:avLst/>
          </a:prstGeom>
        </p:spPr>
      </p:pic>
      <p:pic>
        <p:nvPicPr>
          <p:cNvPr id="9" name="Picture 8" descr="A document with text and blue text&#10;&#10;AI-generated content may be incorrect.">
            <a:extLst>
              <a:ext uri="{FF2B5EF4-FFF2-40B4-BE49-F238E27FC236}">
                <a16:creationId xmlns:a16="http://schemas.microsoft.com/office/drawing/2014/main" id="{82035411-AE00-66EF-EA94-5569B8AC3D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2845" y="1970385"/>
            <a:ext cx="3128763" cy="4054171"/>
          </a:xfrm>
          <a:prstGeom prst="rect">
            <a:avLst/>
          </a:prstGeom>
          <a:ln>
            <a:solidFill>
              <a:schemeClr val="accent1">
                <a:shade val="1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3940724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EBB9B1F-42BF-562F-C7B0-F168ECF320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Coding Walkthrough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145251DB-2BEA-97A8-F2E8-B262FFC668FC}"/>
              </a:ext>
            </a:extLst>
          </p:cNvPr>
          <p:cNvSpPr>
            <a:spLocks noGrp="1"/>
          </p:cNvSpPr>
          <p:nvPr>
            <p:ph type="subTitle" idx="2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8E00F9D-A02A-8F93-5339-93C87A94E3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0225" y="1162486"/>
            <a:ext cx="6072837" cy="39730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54679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763A360-3C78-2E8F-39F1-8BE0EA12E0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A39E88F-1908-AF12-D138-4861214878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EEB6CBB8-8553-0BB8-64C0-B5B6BEC251CD}"/>
              </a:ext>
            </a:extLst>
          </p:cNvPr>
          <p:cNvSpPr>
            <a:spLocks noGrp="1"/>
          </p:cNvSpPr>
          <p:nvPr>
            <p:ph type="subTitle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3DA90C6-066E-889D-CC1E-898EE6DDE90D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97912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">
      <a:dk1>
        <a:srgbClr val="434343"/>
      </a:dk1>
      <a:lt1>
        <a:srgbClr val="FFFFFF"/>
      </a:lt1>
      <a:dk2>
        <a:srgbClr val="818387"/>
      </a:dk2>
      <a:lt2>
        <a:srgbClr val="F6F7FA"/>
      </a:lt2>
      <a:accent1>
        <a:srgbClr val="723130"/>
      </a:accent1>
      <a:accent2>
        <a:srgbClr val="818387"/>
      </a:accent2>
      <a:accent3>
        <a:srgbClr val="FFB600"/>
      </a:accent3>
      <a:accent4>
        <a:srgbClr val="738D33"/>
      </a:accent4>
      <a:accent5>
        <a:srgbClr val="625578"/>
      </a:accent5>
      <a:accent6>
        <a:srgbClr val="498DA0"/>
      </a:accent6>
      <a:hlink>
        <a:srgbClr val="B1B4B5"/>
      </a:hlink>
      <a:folHlink>
        <a:srgbClr val="B0B1B3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ustom Theme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55</Words>
  <Application>Microsoft Macintosh PowerPoint</Application>
  <PresentationFormat>On-screen Show (16:9)</PresentationFormat>
  <Paragraphs>8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0" baseType="lpstr">
      <vt:lpstr>Playfair Display</vt:lpstr>
      <vt:lpstr>Roboto</vt:lpstr>
      <vt:lpstr>Impact</vt:lpstr>
      <vt:lpstr>Roboto Light</vt:lpstr>
      <vt:lpstr>Arial</vt:lpstr>
      <vt:lpstr>Office Theme</vt:lpstr>
      <vt:lpstr>CSCI 3495 Coding Agents:  Giving an LLM a Sneaky Tool</vt:lpstr>
      <vt:lpstr>Allowing LLMs to Code &amp; Execute</vt:lpstr>
      <vt:lpstr>Coding Walkthrough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Davalos Anaya, Eduardo</cp:lastModifiedBy>
  <cp:revision>6</cp:revision>
  <dcterms:modified xsi:type="dcterms:W3CDTF">2026-10-10T23:45:27Z</dcterms:modified>
</cp:coreProperties>
</file>