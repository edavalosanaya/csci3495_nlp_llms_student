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Meet the chinchilla. Ask the class: why is one of the most important LLM papers of 2022 named after this rodent?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questions frame the day. How performance changes with scale, what to spend a fixed budget on, and whether anything genuinely new appears or the error just gets smaller.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Scaling laws describe how loss depends on N, D, and C.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More parameters and more data mean more of this: racks of GPUs running for weeks.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a vote before the answer. Most rooms say bigger model, because that is the story the headlines tell. Chinchilla says otherwise, and that is coming in a few slides.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of the most reproduced plots in modern ML. A straight line on log-log axes IS a power law; each panel holds when the other two factors are not the bottleneck. Note the exponents: loss falls slowly, so gains cost orders of magnitude. Forecasts a big model's loss from small runs, within the studied compute range; extrapolation far beyond it is unreliable.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point is not the curve, it is that the curve is predictable. Train a few small models, fit, extrapolate, and you can plan a budget of millions before spending any of it. That is what turned scaling from a gamble into engineering.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Kaplan's advice for a billion-fold compute increase: pour almost all of it into model size, barely any into data. This chart is why GPT-3 got 175B parameters but only about 300B tokens. Chinchilla revisits this split next.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model 4 smaller, trained on far more data, outperformed Gopher across a wide range of tasks. Data was the bottleneck.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U-curve fixes a FLOP budget and trades parameters against tokens: too big is as wasteful as too small. At Gopher's budget the valley bottoms read off 63B parameters and 1.4T tokens, the recipe that became Chinchilla (70B).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smooth loss curve does not obviously forecast these jumps. Whether the jump is a true phase change or a metric artifact is contested (Schaeffer et al., 2023): the debate we look at next.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Either way: bigger models can do qualitatively new things the loss curve alone did not obviously predict. We keep a critical eye on such claims (Week 15).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That gap is why we need alignment (Week 9) and evaluation (Week 10). Scaling buys raw capability; the rest of the course makes it useful and safe.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catch: memory and compute grow with the parameter count too, which is what motivates LoRA and quantization in Week 10.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Quiz 7 runs right before the break: finish early and your break starts early. Clear your desk; covers Week 8 lecture + GPT-3 (Brown 2020). Finish early and your break starts early; need more time and it comes out of the break.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Write is_correct and the scaling trend, then run it on real Ollama models of three sizes.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Scaling Laws &amp; Emergent Abilities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8, Class 2  ·  Mon Oct 19, 2026</a:t>
            </a:r>
          </a:p>
        </p:txBody>
      </p:sp>
      <p:pic>
        <p:nvPicPr>
          <p:cNvPr id="5" name="Picture 4" descr="Scaling Laws &amp; Emergent Abilit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Guerin Nicolas, Wikimedia Commons, CC BY-SA 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central question</a:t>
            </a:r>
          </a:p>
        </p:txBody>
      </p:sp>
      <p:pic>
        <p:nvPicPr>
          <p:cNvPr id="5" name="Picture 4" descr="The central ques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08701"/>
            <a:ext cx="8595360" cy="33296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Three axes of scale</a:t>
            </a:r>
          </a:p>
        </p:txBody>
      </p:sp>
      <p:pic>
        <p:nvPicPr>
          <p:cNvPr id="5" name="Picture 4" descr="Three axes of sca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84104"/>
            <a:ext cx="8595360" cy="35787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Scale costs real hardware</a:t>
            </a:r>
          </a:p>
        </p:txBody>
      </p:sp>
      <p:pic>
        <p:nvPicPr>
          <p:cNvPr id="5" name="Picture 4" descr="Scale costs real hardwa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4655" y="1078992"/>
            <a:ext cx="639469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https://images.unsplash.com/photo-1558494949-ef010cbdcc31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rameters on one pan, training tokens on the other. Chinchilla settles the balance soon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you doubled your compute budget, where should it go: a bigger model or more data?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Parameters on one pan, training tokens on the other. Chinchilla settles the balance soon.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https://images.unsplash.com/photo-1589829545856-d10d557cf95f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Scaling laws (Kaplan et al., 2020)</a:t>
            </a:r>
          </a:p>
        </p:txBody>
      </p:sp>
      <p:pic>
        <p:nvPicPr>
          <p:cNvPr id="5" name="Picture 4" descr="Scaling laws (Kaplan et al., 2020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87" y="1078992"/>
            <a:ext cx="811402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Kaplan et al. 2020, "Scaling Laws for Neural Language Models" (arXiv:2001.08361), Fig.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power laws matter</a:t>
            </a:r>
          </a:p>
        </p:txBody>
      </p:sp>
      <p:pic>
        <p:nvPicPr>
          <p:cNvPr id="5" name="Picture 4" descr="Why power laws mat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12221"/>
            <a:ext cx="8595360" cy="35225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Kaplan's original takeaway</a:t>
            </a:r>
          </a:p>
        </p:txBody>
      </p:sp>
      <p:pic>
        <p:nvPicPr>
          <p:cNvPr id="5" name="Picture 4" descr="Kaplan's original takeaw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080" y="1078992"/>
            <a:ext cx="740383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Kaplan et al. 2020, "Scaling Laws for Neural Language Models" (arXiv:2001.08361), Fig.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Chinchilla result</a:t>
            </a:r>
          </a:p>
        </p:txBody>
      </p:sp>
      <p:pic>
        <p:nvPicPr>
          <p:cNvPr id="5" name="Picture 4" descr="The Chinchilla resul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22" y="1078992"/>
            <a:ext cx="786235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Hoffmann et al. 2022, "Training Compute-Optimal LLMs" (arXiv:2203.15556)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Compute-optimal scaling</a:t>
            </a:r>
          </a:p>
        </p:txBody>
      </p:sp>
      <p:pic>
        <p:nvPicPr>
          <p:cNvPr id="5" name="Picture 4" descr="Compute-optimal sca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977" y="1078992"/>
            <a:ext cx="630604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Hoffmann et al. 2022, "Training Compute-Optimal Large Language Models" (arXiv:2203.15556), Fig.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Emergent abilities</a:t>
            </a:r>
          </a:p>
        </p:txBody>
      </p:sp>
      <p:pic>
        <p:nvPicPr>
          <p:cNvPr id="5" name="Picture 4" descr="Emergent abilit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902" y="1078992"/>
            <a:ext cx="773019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Wei et al. 2022, "Emergent Abilities of Large Language Models"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Emergence: nuance &amp; debate</a:t>
            </a:r>
          </a:p>
        </p:txBody>
      </p:sp>
      <p:pic>
        <p:nvPicPr>
          <p:cNvPr id="5" name="Picture 4" descr="Emergence: nuance &amp; deb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49779"/>
            <a:ext cx="8595360" cy="30474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Schaeffer et al. 2023 on metric artifacts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Loss ≠ usefulness</a:t>
            </a:r>
          </a:p>
        </p:txBody>
      </p:sp>
      <p:pic>
        <p:nvPicPr>
          <p:cNvPr id="5" name="Picture 4" descr="Loss ≠ usefulne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123" y="1078992"/>
            <a:ext cx="835375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"large" really buys you</a:t>
            </a:r>
          </a:p>
        </p:txBody>
      </p:sp>
      <p:pic>
        <p:nvPicPr>
          <p:cNvPr id="5" name="Picture 4" descr="What &quot;large&quot; really buys yo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584198"/>
            <a:ext cx="8595360" cy="2578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GPT-3 family sizes per Brown et al. 2020; emergence per Wei et al. 2022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7 (paper)</a:t>
            </a:r>
          </a:p>
        </p:txBody>
      </p:sp>
      <p:pic>
        <p:nvPicPr>
          <p:cNvPr id="5" name="Picture 4" descr="Quiz 7 (paper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scaling-trend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Measure the scaling trend</a:t>
            </a:r>
          </a:p>
        </p:txBody>
      </p:sp>
      <p:pic>
        <p:nvPicPr>
          <p:cNvPr id="5" name="Picture 4" descr="Measure the scaling tre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6021" y="1078992"/>
            <a:ext cx="559195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weeks/week-08/class-02/exercise/README.md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