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crystal ball shows the city sharp but upside down. Every prediction about this field comes with the same warning.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short lecture up front; most of today belongs to your talks.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phases, 15 weeks. You built a piece of each, tokenizers to agents, and learned to question all of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ideas that will outlast any specific model.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"still open" cell is a thesis topic or a startup waiting to happen.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Models will change fast. These habits won't.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source, reproduce results, build small, stay critical. You already have the toolkit and the habits.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minutes, on paper, individually, no setup. One grounded prediction about where the field goes, and one thing they refuse to predict. Then straight into the talks.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two or three aloud if the clock allows. The refusals are usually more interesting than the predictions.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real talk to a real audience. Tell the story of your project, then show it running.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Practice your timing beforehand; eight minutes goes faster than you think.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peer-feedback form per talk. Your feedback is part of your participation grade.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Last slide of the course. They have the tools and, after last week, some of the judgment. The question is the assignment.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Remaining presentations and the paper final exam happen in the finals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The Future of NLP &amp; LLMs · Course Synthesis · 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120919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15, Class 2</a:t>
            </a:r>
          </a:p>
        </p:txBody>
      </p:sp>
      <p:pic>
        <p:nvPicPr>
          <p:cNvPr id="5" name="Picture 4" descr="The Future of NLP &amp; LLMs · Course Synthesis · Final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445" y="3474720"/>
            <a:ext cx="1934795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Balise42,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28" y="1078992"/>
            <a:ext cx="83531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 License; figure: Vaswani et al. 2017, Fig. 1;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arc</a:t>
            </a:r>
          </a:p>
        </p:txBody>
      </p:sp>
      <p:pic>
        <p:nvPicPr>
          <p:cNvPr id="5" name="Picture 4" descr="The whole ar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SLP3 Fig. 5.9; Vaswani et al. 2017 Fig. 1; Ouyang et al. 2022 Fig. 2; Wei et al. 2022 Fig. 1; Yao et al. 2023 Fig. 1; Bommasani et al. 2021 Fig. 2; course figure (W14)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stays true</a:t>
            </a:r>
          </a:p>
        </p:txBody>
      </p:sp>
      <p:pic>
        <p:nvPicPr>
          <p:cNvPr id="5" name="Picture 4" descr="What stays tr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0" y="1078992"/>
            <a:ext cx="845318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Open frontiers</a:t>
            </a:r>
          </a:p>
        </p:txBody>
      </p:sp>
      <p:pic>
        <p:nvPicPr>
          <p:cNvPr id="5" name="Picture 4" descr="Open fronti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course arc, schedule/SCHEDULE.md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Predictions are hard: principles aren't</a:t>
            </a:r>
          </a:p>
        </p:txBody>
      </p:sp>
      <p:pic>
        <p:nvPicPr>
          <p:cNvPr id="5" name="Picture 4" descr="Predictions are hard: principles aren'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to keep learning</a:t>
            </a:r>
          </a:p>
        </p:txBody>
      </p:sp>
      <p:pic>
        <p:nvPicPr>
          <p:cNvPr id="5" name="Picture 4" descr="How to keep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77" y="1078992"/>
            <a:ext cx="38826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Exit-ticket + presentations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Exit-ticket synthesis, then presentations</a:t>
            </a:r>
          </a:p>
        </p:txBody>
      </p:sp>
      <p:pic>
        <p:nvPicPr>
          <p:cNvPr id="5" name="Picture 4" descr="Exit-ticket synthesis, then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09" y="1078992"/>
            <a:ext cx="7728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weeks/week-15/class-02/exercise/presentation-guide.md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ve minutes, on paper: write one grounded prediction about the field and one thing you refuse to predict, and why. Read a few aloud if time allows, then straight into the talk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Exit-ticket: one prediction, one thing you refuse to predict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Five minutes, on paper: write one grounded prediction about the field and one thing you refuse to predict, and why. Read a few aloud if time allows, then straight into the talks.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Your moment: show what you built</a:t>
            </a:r>
          </a:p>
        </p:txBody>
      </p:sp>
      <p:pic>
        <p:nvPicPr>
          <p:cNvPr id="5" name="Picture 4" descr="Your moment: show what you bui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000" y="1078992"/>
            <a:ext cx="502400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https://images.unsplash.com/photo-1505373877841-8d25f7d46678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format</a:t>
            </a:r>
          </a:p>
        </p:txBody>
      </p:sp>
      <p:pic>
        <p:nvPicPr>
          <p:cNvPr id="5" name="Picture 4" descr="The form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39" y="1078992"/>
            <a:ext cx="77707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project/RUBRICS.md; exercise/peer-feedback-form.md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 a good audience</a:t>
            </a:r>
          </a:p>
        </p:txBody>
      </p:sp>
      <p:pic>
        <p:nvPicPr>
          <p:cNvPr id="5" name="Picture 4" descr="Be a good audi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134155"/>
            <a:ext cx="8595360" cy="14786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exercise/peer-feedback-form.md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What will you build that the world actually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You have the tools and the judgment. Now go decide what is worth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prompt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Course wrap-up</a:t>
            </a:r>
          </a:p>
        </p:txBody>
      </p:sp>
      <p:pic>
        <p:nvPicPr>
          <p:cNvPr id="5" name="Picture 4" descr="Course wrap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27175"/>
            <a:ext cx="8595360" cy="2492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