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The Future of NLP &amp; LLMs · Course Synthesis · 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120919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15, Class 2</a:t>
            </a:r>
          </a:p>
        </p:txBody>
      </p:sp>
      <p:pic>
        <p:nvPicPr>
          <p:cNvPr id="5" name="Picture 4" descr="A crystal ball shows the city sharp but upside down. Every prediction about this field comes with the same warn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3445" y="3474720"/>
            <a:ext cx="1934795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Balise42,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A short lecture up front; most of today belongs to your talk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428" y="1078992"/>
            <a:ext cx="835314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photos: Unsplash License; figure: Vaswani et al. 2017, Fig. 1; course figures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whole arc</a:t>
            </a:r>
          </a:p>
        </p:txBody>
      </p:sp>
      <p:pic>
        <p:nvPicPr>
          <p:cNvPr id="5" name="Picture 4" descr="Seven phases, 15 weeks. You built a piece of each, tokenizers to agents, and learned to question all of i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58" y="1078992"/>
            <a:ext cx="758968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SLP3 Fig. 5.9; Vaswani et al. 2017 Fig. 1; Ouyang et al. 2022 Fig. 2; Wei et al. 2022 Fig. 1; Yao et al. 2023 Fig. 1; Bommasani et al. 2021 Fig. 2; course figure (W14)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stays true</a:t>
            </a:r>
          </a:p>
        </p:txBody>
      </p:sp>
      <p:pic>
        <p:nvPicPr>
          <p:cNvPr id="5" name="Picture 4" descr="Five ideas that will outlast any specific mode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09377"/>
            <a:ext cx="8595360" cy="29282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Open frontiers</a:t>
            </a:r>
          </a:p>
        </p:txBody>
      </p:sp>
      <p:pic>
        <p:nvPicPr>
          <p:cNvPr id="5" name="Picture 4" descr="Every &quot;still open&quot; cell is a thesis topic or a startup waiting to happ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02093"/>
            <a:ext cx="8595360" cy="29428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course arc, schedule/SCHEDULE.md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Predictions are hard: principles aren't</a:t>
            </a:r>
          </a:p>
        </p:txBody>
      </p:sp>
      <p:pic>
        <p:nvPicPr>
          <p:cNvPr id="5" name="Picture 4" descr="Models will change fast. These habits won'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08029"/>
            <a:ext cx="8595360" cy="23309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to keep learning</a:t>
            </a:r>
          </a:p>
        </p:txBody>
      </p:sp>
      <p:pic>
        <p:nvPicPr>
          <p:cNvPr id="5" name="Picture 4" descr="Read the source, reproduce results, build small, stay critical. You already have the toolkit and the habi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77" y="1078992"/>
            <a:ext cx="388264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photo: Unsplash License, https://images.unsplash.com/photo-1481627834876-b7833e8f5570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Exit-ticket + presentations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exit-ticket synthesis, then presentations</a:t>
            </a:r>
          </a:p>
        </p:txBody>
      </p:sp>
      <p:pic>
        <p:nvPicPr>
          <p:cNvPr id="5" name="Picture 4" descr="Activity: exit-ticket synthesis, then presenta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34872"/>
            <a:ext cx="8595360" cy="28772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weeks/week-15/class-02/exercise/presentation-guide.md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Five minutes, on paper: write one grounded prediction about the field and one thing you refuse to predict, and why. Read a few aloud if time allows, then straight into the talk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Exit-ticket: one prediction, one thing you refuse to predict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Five minutes, on paper: write one grounded prediction about the field and one thing you refuse to predict, and why. Read a few aloud if time allows, then straight into the talks.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https://images.unsplash.com/photo-1543269865-cbf427effbad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Your moment: show what you built</a:t>
            </a:r>
          </a:p>
        </p:txBody>
      </p:sp>
      <p:pic>
        <p:nvPicPr>
          <p:cNvPr id="5" name="Picture 4" descr="A real talk to a real audience. Tell the story of your project, then show it runn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000" y="1078992"/>
            <a:ext cx="502400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https://images.unsplash.com/photo-1505373877841-8d25f7d46678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format</a:t>
            </a:r>
          </a:p>
        </p:txBody>
      </p:sp>
      <p:pic>
        <p:nvPicPr>
          <p:cNvPr id="5" name="Picture 4" descr="Practice your timing beforehand; eight minutes goes faster than you thin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11672"/>
            <a:ext cx="8595360" cy="23236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project/RUBRICS.md; exercise/peer-feedback-form.md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 a good audience</a:t>
            </a:r>
          </a:p>
        </p:txBody>
      </p:sp>
      <p:pic>
        <p:nvPicPr>
          <p:cNvPr id="5" name="Picture 4" descr="One peer-feedback form per tal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06682"/>
            <a:ext cx="8595360" cy="1733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exercise/peer-feedback-form.md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What will you build that the world actually needs?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You have the tools and the judgment. Now go decide what is worth building.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prompt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Course wrap-up</a:t>
            </a:r>
          </a:p>
        </p:txBody>
      </p:sp>
      <p:pic>
        <p:nvPicPr>
          <p:cNvPr id="5" name="Picture 4" descr="Remaining presentations and the paper final exam happen in the finals perio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27175"/>
            <a:ext cx="8595360" cy="24926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