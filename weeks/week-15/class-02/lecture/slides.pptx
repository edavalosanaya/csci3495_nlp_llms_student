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crystal ball shows the city sharp but upside down. Every prediction about this field comes with the same warning.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Seven phases, 15 weeks. You built a piece of each, tokenizers to agents, and learned to question all of it.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 ideas that will outlast any specific model.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 "still open" cell is a thesis topic or a startup waiting to happen.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Models will change fast. These habits won't.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the source, reproduce results, build small, stay critical. You already have the toolkit and the habits.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 minutes, on paper, individually, no setup. One grounded prediction about where the field goes, and one thing they refuse to predict. Then straight into the talks.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two or three aloud if the clock allows. The refusals are usually more interesting than the predictions.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real talk to a real audience. Tell the story of your project, then show it running.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Practice your timing beforehand; eight minutes goes faster than you think.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One peer-feedback form per talk. Your feedback is part of your participation grade.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Last slide of the course. They have the tools and, after last week, some of the judgment. The question is the assignment.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Remaining presentations and the paper final exam happen in the finals period.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The Future of NLP &amp; LLMs · Course Synthesis · Final Presentations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6120919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15, Class 2  ·  Mon Dec 7, 2026</a:t>
            </a:r>
          </a:p>
        </p:txBody>
      </p:sp>
      <p:pic>
        <p:nvPicPr>
          <p:cNvPr id="5" name="Picture 4" descr="The Future of NLP &amp; LLMs · Course Synthesis · Final Presentatio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3445" y="3474720"/>
            <a:ext cx="1934795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photo: Balise42, Wikimedia Commons, CC BY-SA 4.0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whole arc</a:t>
            </a:r>
          </a:p>
        </p:txBody>
      </p:sp>
      <p:pic>
        <p:nvPicPr>
          <p:cNvPr id="5" name="Picture 4" descr="The whole arc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049" y="1078992"/>
            <a:ext cx="7429901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SLP3 Fig. 5.9; Vaswani et al. 2017 Fig. 1; Ouyang et al. 2022 Fig. 2; Wei et al. 2022 Fig. 1; Yao et al. 2023 Fig. 1; Bommasani et al. 2021 Fig. 2; course figure (W14)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stays true</a:t>
            </a:r>
          </a:p>
        </p:txBody>
      </p:sp>
      <p:pic>
        <p:nvPicPr>
          <p:cNvPr id="5" name="Picture 4" descr="What stays tru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410" y="1078992"/>
            <a:ext cx="845318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Open frontiers</a:t>
            </a:r>
          </a:p>
        </p:txBody>
      </p:sp>
      <p:pic>
        <p:nvPicPr>
          <p:cNvPr id="5" name="Picture 4" descr="Open frontier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402093"/>
            <a:ext cx="8595360" cy="29428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course arc, schedule/SCHEDULE.md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Predictions are hard: principles aren't</a:t>
            </a:r>
          </a:p>
        </p:txBody>
      </p:sp>
      <p:pic>
        <p:nvPicPr>
          <p:cNvPr id="5" name="Picture 4" descr="Predictions are hard: principles aren'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478577"/>
            <a:ext cx="8595360" cy="27898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How to keep learning</a:t>
            </a:r>
          </a:p>
        </p:txBody>
      </p:sp>
      <p:pic>
        <p:nvPicPr>
          <p:cNvPr id="5" name="Picture 4" descr="How to keep lear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0677" y="1078992"/>
            <a:ext cx="3882645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photo: Unsplash License, https://images.unsplash.com/photo-1481627834876-b7833e8f5570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Exit-ticket synthesis, then presentations</a:t>
            </a:r>
          </a:p>
        </p:txBody>
      </p:sp>
      <p:pic>
        <p:nvPicPr>
          <p:cNvPr id="5" name="Picture 4" descr="Exit-ticket synthesis, then presentatio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909" y="1078992"/>
            <a:ext cx="7728181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weeks/week-15/class-02/exercise/presentation-guide.md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Five minutes, on paper: write one grounded prediction about the field and one thing you refuse to predict, and why. Read a few aloud if time allows, then straight into the talks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Exit-ticket: one prediction, one thing you refuse to predict</a:t>
            </a:r>
          </a:p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Five minutes, on paper: write one grounded prediction about the field and one thing you refuse to predict, and why. Read a few aloud if time allows, then straight into the talks.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https://images.unsplash.com/photo-1543269865-cbf427effbad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Your moment: show what you built</a:t>
            </a:r>
          </a:p>
        </p:txBody>
      </p:sp>
      <p:pic>
        <p:nvPicPr>
          <p:cNvPr id="5" name="Picture 4" descr="Your moment: show what you buil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0000" y="1078992"/>
            <a:ext cx="502400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https://images.unsplash.com/photo-1505373877841-8d25f7d46678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format</a:t>
            </a:r>
          </a:p>
        </p:txBody>
      </p:sp>
      <p:pic>
        <p:nvPicPr>
          <p:cNvPr id="5" name="Picture 4" descr="The forma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39" y="1078992"/>
            <a:ext cx="7770722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project/RUBRICS.md; exercise/peer-feedback-form.md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Be a good audience</a:t>
            </a:r>
          </a:p>
        </p:txBody>
      </p:sp>
      <p:pic>
        <p:nvPicPr>
          <p:cNvPr id="5" name="Picture 4" descr="Be a good audienc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134155"/>
            <a:ext cx="8595360" cy="14786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exercise/peer-feedback-form.md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7C2529"/>
                </a:solidFill>
              </a:rPr>
              <a:t>What will you build that the world actually needs?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222222"/>
                </a:solidFill>
              </a:rPr>
              <a:t>You have the tools and the judgment. Now go decide what is worth building.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prompt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Course wrap-up</a:t>
            </a:r>
          </a:p>
        </p:txBody>
      </p:sp>
      <p:pic>
        <p:nvPicPr>
          <p:cNvPr id="5" name="Picture 4" descr="Course wrap-u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27175"/>
            <a:ext cx="8595360" cy="24926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