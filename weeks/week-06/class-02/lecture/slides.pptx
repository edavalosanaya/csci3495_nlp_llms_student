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halves and a quiz between them. First thirty minutes: markers, no laptops, and six problems that take a transformer apart with arithmetic. Everything they need is on the slide, so nobody has to remember a formula. After the break the laptops come out but not for code: teams sit together and get the proposal into a state where it can be written down. Say both halves out loud at the start so nobody is waiting for a lab that is not coming.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Leave this up. Every formula the problems need is on this slide and the next, so nobody has to remember anything. Three steps: score each key against the query and divide by root d_k, softmax the scores into weights that sum to one, then average the values with those weights. The mask line at the bottom matters for problem 2: a decoder deletes the future scores BEFORE the softmax, not after, which is why the surviving weights still sum to one.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rest of the toolkit, and again it stays up for the whole half. Multi-head splits the width across h heads, so each head is narrower. Positional encodings are sines and cosines of the position, one pair per i, and the wavelength line is what problem 5 turns on. The cost line is problem 6. Do not explain any of these now; they are here to be referred to, and the problems are where they get understood.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Let them finish this one before anything else; it is the whole mechanism in one calculation. Scores 4, 0, 2, halved to 2, 0, 1, weights 0.665, 0.090, 0.245, output 0.910, 0.335. If a team is stuck, ask what the dot product is measuring. k1 points the same way as q and twice as far, which is why token 1 dominates, and k2 is orthogonal so it scores zero and STILL gets nine per cent, because softmax never returns a hard zero.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Short. Only the first three survive; token 4 is deleted. Softmax of 1, 2, 0 gives 0.245, 0.665, 0.090. The point to draw out is that token 4 had the HIGHEST score, 3, and it is still forbidden, because at generation time token 4 has not been produced yet. Train with it visible and the model learns to lean on something it will never have.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Unscaled: 0.980, 0.018, 0.002. Scaled by 2: 0.844, 0.114, 0.042. The unscaled one is nearly a hard choice, and a saturated softmax has almost no gradient, so the layer stops learning. Add the part that makes it matter: dot products grow with d_k, so without the division the problem gets worse the wider you build.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d_k is 64. One W_Q is 512 by 64, so 32,768. Q, K and V over eight heads is 786,432, which is three d_model squared, plus W_O at 262,144, so 1,048,576 in total, four d_model squared. Question 2 is the good one: there is NO h that halves it, because h cancels. Eight heads cost exactly what one head of full width costs. Ask for a guess before they compute.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pos 0 is 0, 1, 0, 1. pos 1 is 0.841, 0.540, 0.010, 1.000. The i=1 pair barely moved, and question 2 says why: its wavelength is 2 pi times 100, about 628 positions, against about 6 for the fast pair. Fast pairs separate neighbours, slow pairs separate position 5 from position 500. It is a counter written in sines.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At n=64: attention about 2.1 million, recurrence about 16.8 million, so attention wins by eight times. At n=4096 it reverses exactly: 8.6 billion against 1.07 billion. They are equal at n = d = 512. Then the real answer to why attention won in 2017: sentences were short, so it was on the cheap side, AND every position computes at once while recurrence cannot. Parallelism is the reason; the arithmetic just does not stand in the way.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Covers Week 6 lecture + Attention Is All You Need (Vaswani 2017). Markers down, desks clear. Finish early and your break starts early; need more time and it comes out of the break.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Teams sit together. Answer these six out loud, in order, and write the answers down; the proposal is a one-page write-up of them. I am walking the room the whole time. The order matters: a team that cannot answer the first one in a single sentence with no method in it does not have a project yet. Push hardest on the baseline and on whether it runs on a laptop, because those two kill more projects than ambition does. Question five is the one people skip, and it is the one the rubric weighs most.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Transformers by hand, then your project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828502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6, Class 2  ·  Mon Oct 5, 2026</a:t>
            </a:r>
          </a:p>
        </p:txBody>
      </p:sp>
      <p:pic>
        <p:nvPicPr>
          <p:cNvPr id="5" name="Picture 4" descr="Transformers by hand, then your projec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028" y="3474720"/>
            <a:ext cx="2227212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Nenad Stojkovic, Wikimedia Commons, CC BY 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Refresher: what attention computes</a:t>
            </a:r>
          </a:p>
        </p:txBody>
      </p:sp>
      <p:pic>
        <p:nvPicPr>
          <p:cNvPr id="5" name="Picture 4" descr="Refresher: what attention comput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380240"/>
            <a:ext cx="8595360" cy="29865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Refresher: heads, positions, and cost</a:t>
            </a:r>
          </a:p>
        </p:txBody>
      </p:sp>
      <p:pic>
        <p:nvPicPr>
          <p:cNvPr id="5" name="Picture 4" descr="Refresher: heads, positions, and cos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53" y="1078992"/>
            <a:ext cx="736529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Problem 1: one attention step</a:t>
            </a:r>
          </a:p>
        </p:txBody>
      </p:sp>
      <p:pic>
        <p:nvPicPr>
          <p:cNvPr id="5" name="Picture 4" descr="Problem 1: one attention ste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89819"/>
            <a:ext cx="8595360" cy="23673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Problem 2: the causal mask</a:t>
            </a:r>
          </a:p>
        </p:txBody>
      </p:sp>
      <p:pic>
        <p:nvPicPr>
          <p:cNvPr id="5" name="Picture 4" descr="Problem 2: the causal mas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46429"/>
            <a:ext cx="8595360" cy="20541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Problem 3: why the square root</a:t>
            </a:r>
          </a:p>
        </p:txBody>
      </p:sp>
      <p:pic>
        <p:nvPicPr>
          <p:cNvPr id="5" name="Picture 4" descr="Problem 3: why the square ro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733524"/>
            <a:ext cx="8595360" cy="22799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Problem 4: counting the parameters</a:t>
            </a:r>
          </a:p>
        </p:txBody>
      </p:sp>
      <p:pic>
        <p:nvPicPr>
          <p:cNvPr id="5" name="Picture 4" descr="Problem 4: counting the parameter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75566"/>
            <a:ext cx="8595360" cy="19958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Problem 5: encoding position</a:t>
            </a:r>
          </a:p>
        </p:txBody>
      </p:sp>
      <p:pic>
        <p:nvPicPr>
          <p:cNvPr id="5" name="Picture 4" descr="Problem 5: encoding posi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507714"/>
            <a:ext cx="8595360" cy="27315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Problem 6: what attention costs</a:t>
            </a:r>
          </a:p>
        </p:txBody>
      </p:sp>
      <p:pic>
        <p:nvPicPr>
          <p:cNvPr id="5" name="Picture 4" descr="Problem 6: what attention cos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42787"/>
            <a:ext cx="8595360" cy="20614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Quiz 5</a:t>
            </a:r>
          </a:p>
        </p:txBody>
      </p:sp>
      <p:pic>
        <p:nvPicPr>
          <p:cNvPr id="5" name="Picture 4" descr="Quiz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2065" y="1078992"/>
            <a:ext cx="657987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Then sit with your project team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Six questions, on paper, before you write anything</a:t>
            </a:r>
          </a:p>
        </p:txBody>
      </p:sp>
      <p:pic>
        <p:nvPicPr>
          <p:cNvPr id="5" name="Picture 4" descr="Six questions, on paper, before you write anyth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948" y="1078992"/>
            <a:ext cx="835410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project/proposal/TEMPLATE.md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