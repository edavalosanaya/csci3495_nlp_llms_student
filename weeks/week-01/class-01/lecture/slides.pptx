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8" r:id="rId3"/>
  </p:sldMasterIdLst>
  <p:notesMasterIdLst>
    <p:notesMasterId r:id="rId4"/>
  </p:notesMasterIdLst>
  <p:sldIdLst>
    <p:sldId id="256" r:id="rId21"/>
    <p:sldId id="257" r:id="rId22"/>
    <p:sldId id="258" r:id="rId20"/>
    <p:sldId id="259" r:id="rId19"/>
    <p:sldId id="260" r:id="rId18"/>
    <p:sldId id="261" r:id="rId17"/>
    <p:sldId id="262" r:id="rId16"/>
    <p:sldId id="263" r:id="rId15"/>
    <p:sldId id="264" r:id="rId14"/>
    <p:sldId id="265" r:id="rId13"/>
    <p:sldId id="266" r:id="rId12"/>
    <p:sldId id="267" r:id="rId11"/>
    <p:sldId id="268" r:id="rId10"/>
    <p:sldId id="269" r:id="rId9"/>
    <p:sldId id="270" r:id="rId8"/>
    <p:sldId id="271" r:id="rId7"/>
    <p:sldId id="272" r:id="rId6"/>
    <p:sldId id="273" r:id="rId5"/>
    <p:sldId id="274" r:id="rId39"/>
    <p:sldId id="275" r:id="rId40"/>
    <p:sldId id="276" r:id="rId41"/>
    <p:sldId id="277" r:id="rId42"/>
    <p:sldId id="278" r:id="rId43"/>
    <p:sldId id="279" r:id="rId44"/>
    <p:sldId id="280" r:id="rId45"/>
    <p:sldId id="281" r:id="rId46"/>
    <p:sldId id="282" r:id="rId47"/>
    <p:sldId id="283" r:id="rId48"/>
  </p:sldIdLst>
  <p:sldSz cy="5143500" cx="9144000"/>
  <p:notesSz cx="6858000" cy="9144000"/>
  <p:embeddedFontLst>
    <p:embeddedFont>
      <p:font typeface="Roboto"/>
      <p:regular r:id="rId23"/>
      <p:bold r:id="rId24"/>
      <p:italic r:id="rId25"/>
      <p:boldItalic r:id="rId26"/>
    </p:embeddedFont>
    <p:embeddedFont>
      <p:font typeface="Playfair Display"/>
      <p:regular r:id="rId27"/>
      <p:bold r:id="rId28"/>
      <p:italic r:id="rId29"/>
      <p:boldItalic r:id="rId30"/>
    </p:embeddedFont>
    <p:embeddedFont>
      <p:font typeface="Roboto Mono Light"/>
      <p:regular r:id="rId31"/>
      <p:bold r:id="rId32"/>
      <p:italic r:id="rId33"/>
      <p:boldItalic r:id="rId34"/>
    </p:embeddedFont>
    <p:embeddedFont>
      <p:font typeface="Roboto Light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8.xml"/><Relationship Id="rId6" Type="http://schemas.openxmlformats.org/officeDocument/2006/relationships/slide" Target="slides/slide17.xml"/><Relationship Id="rId7" Type="http://schemas.openxmlformats.org/officeDocument/2006/relationships/slide" Target="slides/slide16.xml"/><Relationship Id="rId8" Type="http://schemas.openxmlformats.org/officeDocument/2006/relationships/slide" Target="slides/slide15.xml"/><Relationship Id="rId9" Type="http://schemas.openxmlformats.org/officeDocument/2006/relationships/slide" Target="slides/slide14.xml"/><Relationship Id="rId10" Type="http://schemas.openxmlformats.org/officeDocument/2006/relationships/slide" Target="slides/slide13.xml"/><Relationship Id="rId11" Type="http://schemas.openxmlformats.org/officeDocument/2006/relationships/slide" Target="slides/slide12.xml"/><Relationship Id="rId12" Type="http://schemas.openxmlformats.org/officeDocument/2006/relationships/slide" Target="slides/slide11.xml"/><Relationship Id="rId13" Type="http://schemas.openxmlformats.org/officeDocument/2006/relationships/slide" Target="slides/slide10.xml"/><Relationship Id="rId14" Type="http://schemas.openxmlformats.org/officeDocument/2006/relationships/slide" Target="slides/slide9.xml"/><Relationship Id="rId15" Type="http://schemas.openxmlformats.org/officeDocument/2006/relationships/slide" Target="slides/slide8.xml"/><Relationship Id="rId16" Type="http://schemas.openxmlformats.org/officeDocument/2006/relationships/slide" Target="slides/slide7.xml"/><Relationship Id="rId17" Type="http://schemas.openxmlformats.org/officeDocument/2006/relationships/slide" Target="slides/slide6.xml"/><Relationship Id="rId18" Type="http://schemas.openxmlformats.org/officeDocument/2006/relationships/slide" Target="slides/slide5.xml"/><Relationship Id="rId19" Type="http://schemas.openxmlformats.org/officeDocument/2006/relationships/slide" Target="slides/slide4.xml"/><Relationship Id="rId20" Type="http://schemas.openxmlformats.org/officeDocument/2006/relationships/slide" Target="slides/slide3.xml"/><Relationship Id="rId21" Type="http://schemas.openxmlformats.org/officeDocument/2006/relationships/slide" Target="slides/slide1.xml"/><Relationship Id="rId22" Type="http://schemas.openxmlformats.org/officeDocument/2006/relationships/slide" Target="slides/slide2.xml"/><Relationship Id="rId23" Type="http://schemas.openxmlformats.org/officeDocument/2006/relationships/font" Target="fonts/Roboto-regular.fntdata"/><Relationship Id="rId24" Type="http://schemas.openxmlformats.org/officeDocument/2006/relationships/font" Target="fonts/Roboto-bold.fntdata"/><Relationship Id="rId25" Type="http://schemas.openxmlformats.org/officeDocument/2006/relationships/font" Target="fonts/Roboto-italic.fntdata"/><Relationship Id="rId26" Type="http://schemas.openxmlformats.org/officeDocument/2006/relationships/font" Target="fonts/Roboto-boldItalic.fntdata"/><Relationship Id="rId27" Type="http://schemas.openxmlformats.org/officeDocument/2006/relationships/font" Target="fonts/PlayfairDisplay-regular.fntdata"/><Relationship Id="rId28" Type="http://schemas.openxmlformats.org/officeDocument/2006/relationships/font" Target="fonts/PlayfairDisplay-bold.fntdata"/><Relationship Id="rId29" Type="http://schemas.openxmlformats.org/officeDocument/2006/relationships/font" Target="fonts/PlayfairDisplay-italic.fntdata"/><Relationship Id="rId30" Type="http://schemas.openxmlformats.org/officeDocument/2006/relationships/font" Target="fonts/PlayfairDisplay-boldItalic.fntdata"/><Relationship Id="rId31" Type="http://schemas.openxmlformats.org/officeDocument/2006/relationships/font" Target="fonts/RobotoMonoLight-regular.fntdata"/><Relationship Id="rId32" Type="http://schemas.openxmlformats.org/officeDocument/2006/relationships/font" Target="fonts/RobotoMonoLight-bold.fntdata"/><Relationship Id="rId33" Type="http://schemas.openxmlformats.org/officeDocument/2006/relationships/font" Target="fonts/RobotoMonoLight-italic.fntdata"/><Relationship Id="rId34" Type="http://schemas.openxmlformats.org/officeDocument/2006/relationships/font" Target="fonts/RobotoMonoLight-boldItalic.fntdata"/><Relationship Id="rId35" Type="http://schemas.openxmlformats.org/officeDocument/2006/relationships/font" Target="fonts/RobotoLight-regular.fntdata"/><Relationship Id="rId36" Type="http://schemas.openxmlformats.org/officeDocument/2006/relationships/font" Target="fonts/RobotoLight-bold.fntdata"/><Relationship Id="rId37" Type="http://schemas.openxmlformats.org/officeDocument/2006/relationships/font" Target="fonts/RobotoLight-italic.fntdata"/><Relationship Id="rId38" Type="http://schemas.openxmlformats.org/officeDocument/2006/relationships/font" Target="fonts/RobotoLight-boldItalic.fntdata"/><Relationship Id="rId39" Type="http://schemas.openxmlformats.org/officeDocument/2006/relationships/slide" Target="slides/slide19.xml"/><Relationship Id="rId40" Type="http://schemas.openxmlformats.org/officeDocument/2006/relationships/slide" Target="slides/slide20.xml"/><Relationship Id="rId41" Type="http://schemas.openxmlformats.org/officeDocument/2006/relationships/slide" Target="slides/slide21.xml"/><Relationship Id="rId42" Type="http://schemas.openxmlformats.org/officeDocument/2006/relationships/slide" Target="slides/slide22.xml"/><Relationship Id="rId43" Type="http://schemas.openxmlformats.org/officeDocument/2006/relationships/slide" Target="slides/slide23.xml"/><Relationship Id="rId44" Type="http://schemas.openxmlformats.org/officeDocument/2006/relationships/slide" Target="slides/slide24.xml"/><Relationship Id="rId45" Type="http://schemas.openxmlformats.org/officeDocument/2006/relationships/slide" Target="slides/slide25.xml"/><Relationship Id="rId46" Type="http://schemas.openxmlformats.org/officeDocument/2006/relationships/slide" Target="slides/slide26.xml"/><Relationship Id="rId47" Type="http://schemas.openxmlformats.org/officeDocument/2006/relationships/slide" Target="slides/slide27.xml"/><Relationship Id="rId48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523" y="685800"/>
            <a:ext cx="4571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Relationship Id="rId3" Type="http://schemas.openxmlformats.org/officeDocument/2006/relationships/image" Target="../media/image26.jpg"/><Relationship Id="rId4" Type="http://schemas.openxmlformats.org/officeDocument/2006/relationships/image" Target="../media/image27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jp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" type="blank">
  <p:cSld name="BLANK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3390300"/>
            <a:ext cx="91440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" name="Google Shape;11;p2"/>
          <p:cNvPicPr preferRelativeResize="0"/>
          <p:nvPr/>
        </p:nvPicPr>
        <p:blipFill rotWithShape="1">
          <a:blip r:embed="rId2">
            <a:alphaModFix/>
          </a:blip>
          <a:srcRect b="13732" l="600" r="-600" t="43847"/>
          <a:stretch/>
        </p:blipFill>
        <p:spPr>
          <a:xfrm>
            <a:off x="0" y="-70472"/>
            <a:ext cx="9198797" cy="3460774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2 Columns">
  <p:cSld name="2_Portfolio Thre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idx="1" type="body"/>
          </p:nvPr>
        </p:nvSpPr>
        <p:spPr>
          <a:xfrm>
            <a:off x="50957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7" name="Google Shape;17;p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8" name="Google Shape;18;p3"/>
          <p:cNvSpPr txBox="1"/>
          <p:nvPr>
            <p:ph idx="2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3" type="body"/>
          </p:nvPr>
        </p:nvSpPr>
        <p:spPr>
          <a:xfrm>
            <a:off x="482712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3 Columns">
  <p:cSld name="1_Slide with Placeholder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22" name="Google Shape;22;p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2" type="body"/>
          </p:nvPr>
        </p:nvSpPr>
        <p:spPr>
          <a:xfrm>
            <a:off x="5521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4" name="Google Shape;24;p4"/>
          <p:cNvSpPr txBox="1"/>
          <p:nvPr>
            <p:ph idx="3" type="body"/>
          </p:nvPr>
        </p:nvSpPr>
        <p:spPr>
          <a:xfrm>
            <a:off x="33374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5" name="Google Shape;25;p4"/>
          <p:cNvSpPr txBox="1"/>
          <p:nvPr>
            <p:ph idx="4" type="body"/>
          </p:nvPr>
        </p:nvSpPr>
        <p:spPr>
          <a:xfrm>
            <a:off x="6160800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">
  <p:cSld name="Cover Slide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 with Logo">
  <p:cSld name="Cover Slide_2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pic>
        <p:nvPicPr>
          <p:cNvPr id="30" name="Google Shape;30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03514" y="628706"/>
            <a:ext cx="4936973" cy="38855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Acknowledgments Slide">
  <p:cSld name="Cover Slide_1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7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Font typeface="Playfair Display"/>
              <a:buNone/>
              <a:defRPr i="0" sz="5600" u="none" cap="none" strike="noStrike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4" name="Google Shape;34;p7"/>
          <p:cNvSpPr txBox="1"/>
          <p:nvPr>
            <p:ph idx="1" type="subTitle"/>
          </p:nvPr>
        </p:nvSpPr>
        <p:spPr>
          <a:xfrm>
            <a:off x="509521" y="1401113"/>
            <a:ext cx="5120100" cy="1558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27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tle only">
  <p:cSld name="Custom Layout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7" name="Google Shape;37;p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Big Concept Slide">
  <p:cSld name="Slide with Placeholder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title"/>
          </p:nvPr>
        </p:nvSpPr>
        <p:spPr>
          <a:xfrm>
            <a:off x="509577" y="2245519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509577" y="3154509"/>
            <a:ext cx="6737700" cy="953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">
  <p:cSld name="Large Picture with Logo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3" name="Google Shape;43;p10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44" name="Google Shape;44;p10"/>
          <p:cNvPicPr preferRelativeResize="0"/>
          <p:nvPr/>
        </p:nvPicPr>
        <p:blipFill rotWithShape="1">
          <a:blip r:embed="rId2">
            <a:alphaModFix/>
          </a:blip>
          <a:srcRect b="2009" l="27412" r="6551" t="0"/>
          <a:stretch/>
        </p:blipFill>
        <p:spPr>
          <a:xfrm>
            <a:off x="7006675" y="-56025"/>
            <a:ext cx="2176574" cy="4846049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10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1">
  <p:cSld name="Large Picture with Logo_1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8" name="Google Shape;48;p11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49" name="Google Shape;49;p11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2">
  <p:cSld name="Large Picture with Logo_1_1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2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2" name="Google Shape;52;p12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53" name="Google Shape;53;p12"/>
          <p:cNvPicPr preferRelativeResize="0"/>
          <p:nvPr/>
        </p:nvPicPr>
        <p:blipFill rotWithShape="1">
          <a:blip r:embed="rId2">
            <a:alphaModFix/>
          </a:blip>
          <a:srcRect b="0" l="27412" r="6551" t="0"/>
          <a:stretch/>
        </p:blipFill>
        <p:spPr>
          <a:xfrm>
            <a:off x="7006675" y="-57150"/>
            <a:ext cx="2137324" cy="4856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4" name="Google Shape;54;p12"/>
          <p:cNvPicPr preferRelativeResize="0"/>
          <p:nvPr/>
        </p:nvPicPr>
        <p:blipFill rotWithShape="1">
          <a:blip r:embed="rId3">
            <a:alphaModFix/>
          </a:blip>
          <a:srcRect b="0" l="8950" r="0" t="0"/>
          <a:stretch/>
        </p:blipFill>
        <p:spPr>
          <a:xfrm>
            <a:off x="7006665" y="-57150"/>
            <a:ext cx="6633784" cy="4856124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2"/>
          <p:cNvPicPr preferRelativeResize="0"/>
          <p:nvPr/>
        </p:nvPicPr>
        <p:blipFill rotWithShape="1">
          <a:blip r:embed="rId4">
            <a:alphaModFix/>
          </a:blip>
          <a:srcRect b="0" l="39028" r="0" t="0"/>
          <a:stretch/>
        </p:blipFill>
        <p:spPr>
          <a:xfrm>
            <a:off x="7006676" y="-57150"/>
            <a:ext cx="4442373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2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3">
  <p:cSld name="Large Picture with Logo_1_1_1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9" name="Google Shape;59;p13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0" name="Google Shape;60;p13"/>
          <p:cNvPicPr preferRelativeResize="0"/>
          <p:nvPr/>
        </p:nvPicPr>
        <p:blipFill rotWithShape="1">
          <a:blip r:embed="rId2">
            <a:alphaModFix/>
          </a:blip>
          <a:srcRect b="0" l="24210" r="1252" t="0"/>
          <a:stretch/>
        </p:blipFill>
        <p:spPr>
          <a:xfrm>
            <a:off x="7006675" y="-57150"/>
            <a:ext cx="5430948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3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4">
  <p:cSld name="Large Picture with Logo_1_1_1_1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4" name="Google Shape;64;p1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5" name="Google Shape;65;p14"/>
          <p:cNvPicPr preferRelativeResize="0"/>
          <p:nvPr/>
        </p:nvPicPr>
        <p:blipFill rotWithShape="1">
          <a:blip r:embed="rId2">
            <a:alphaModFix/>
          </a:blip>
          <a:srcRect b="0" l="34525" r="0" t="0"/>
          <a:stretch/>
        </p:blipFill>
        <p:spPr>
          <a:xfrm>
            <a:off x="7010075" y="-57150"/>
            <a:ext cx="2543048" cy="4856125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4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">
  <p:cSld name="3_Placeholder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9" name="Google Shape;69;p15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0" name="Google Shape;70;p15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 1">
  <p:cSld name="3_Placeholder_1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3" name="Google Shape;73;p16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4" name="Google Shape;74;p16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Single Statistic">
  <p:cSld name="1_Placeholder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7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type="title"/>
          </p:nvPr>
        </p:nvSpPr>
        <p:spPr>
          <a:xfrm>
            <a:off x="454066" y="182433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4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8" name="Google Shape;78;p17"/>
          <p:cNvSpPr txBox="1"/>
          <p:nvPr>
            <p:ph idx="2" type="subTitle"/>
          </p:nvPr>
        </p:nvSpPr>
        <p:spPr>
          <a:xfrm>
            <a:off x="454066" y="3127509"/>
            <a:ext cx="8353200" cy="715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9" name="Google Shape;79;p17"/>
          <p:cNvSpPr txBox="1"/>
          <p:nvPr>
            <p:ph idx="3" type="subTitle"/>
          </p:nvPr>
        </p:nvSpPr>
        <p:spPr>
          <a:xfrm>
            <a:off x="4838166" y="1824350"/>
            <a:ext cx="38664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0" name="Google Shape;80;p17"/>
          <p:cNvSpPr txBox="1"/>
          <p:nvPr>
            <p:ph idx="4" type="title"/>
          </p:nvPr>
        </p:nvSpPr>
        <p:spPr>
          <a:xfrm>
            <a:off x="509577" y="837514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Multiple Statistics">
  <p:cSld name="1_Placeholder_1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type="title"/>
          </p:nvPr>
        </p:nvSpPr>
        <p:spPr>
          <a:xfrm>
            <a:off x="454066" y="75948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4" name="Google Shape;84;p18"/>
          <p:cNvSpPr txBox="1"/>
          <p:nvPr>
            <p:ph idx="2" type="subTitle"/>
          </p:nvPr>
        </p:nvSpPr>
        <p:spPr>
          <a:xfrm>
            <a:off x="4759893" y="759488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5" name="Google Shape;85;p18"/>
          <p:cNvSpPr txBox="1"/>
          <p:nvPr>
            <p:ph idx="3" type="title"/>
          </p:nvPr>
        </p:nvSpPr>
        <p:spPr>
          <a:xfrm>
            <a:off x="454066" y="2037533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5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6" name="Google Shape;86;p18"/>
          <p:cNvSpPr txBox="1"/>
          <p:nvPr>
            <p:ph idx="4" type="subTitle"/>
          </p:nvPr>
        </p:nvSpPr>
        <p:spPr>
          <a:xfrm>
            <a:off x="4759893" y="2037533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7" name="Google Shape;87;p18"/>
          <p:cNvSpPr txBox="1"/>
          <p:nvPr>
            <p:ph idx="5" type="title"/>
          </p:nvPr>
        </p:nvSpPr>
        <p:spPr>
          <a:xfrm>
            <a:off x="454066" y="343770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6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8" name="Google Shape;88;p18"/>
          <p:cNvSpPr txBox="1"/>
          <p:nvPr>
            <p:ph idx="6" type="subTitle"/>
          </p:nvPr>
        </p:nvSpPr>
        <p:spPr>
          <a:xfrm>
            <a:off x="4759893" y="3437709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Quote">
  <p:cSld name="CUSTOM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9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91" name="Google Shape;91;p19"/>
          <p:cNvSpPr/>
          <p:nvPr/>
        </p:nvSpPr>
        <p:spPr>
          <a:xfrm>
            <a:off x="5748887" y="1561152"/>
            <a:ext cx="1718100" cy="219300"/>
          </a:xfrm>
          <a:prstGeom prst="rect">
            <a:avLst/>
          </a:prstGeom>
          <a:solidFill>
            <a:srgbClr val="738D33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19"/>
          <p:cNvSpPr/>
          <p:nvPr/>
        </p:nvSpPr>
        <p:spPr>
          <a:xfrm>
            <a:off x="7467434" y="1561152"/>
            <a:ext cx="1718100" cy="219300"/>
          </a:xfrm>
          <a:prstGeom prst="rect">
            <a:avLst/>
          </a:prstGeom>
          <a:solidFill>
            <a:srgbClr val="625578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9"/>
          <p:cNvSpPr/>
          <p:nvPr/>
        </p:nvSpPr>
        <p:spPr>
          <a:xfrm>
            <a:off x="0" y="1561152"/>
            <a:ext cx="1718100" cy="219300"/>
          </a:xfrm>
          <a:prstGeom prst="rect">
            <a:avLst/>
          </a:prstGeom>
          <a:solidFill>
            <a:srgbClr val="FFB60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19"/>
          <p:cNvSpPr/>
          <p:nvPr/>
        </p:nvSpPr>
        <p:spPr>
          <a:xfrm>
            <a:off x="1718076" y="1561152"/>
            <a:ext cx="1718100" cy="219300"/>
          </a:xfrm>
          <a:prstGeom prst="rect">
            <a:avLst/>
          </a:prstGeom>
          <a:solidFill>
            <a:srgbClr val="498DA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9"/>
          <p:cNvSpPr txBox="1"/>
          <p:nvPr/>
        </p:nvSpPr>
        <p:spPr>
          <a:xfrm>
            <a:off x="3589051" y="975950"/>
            <a:ext cx="1965900" cy="875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0">
                <a:solidFill>
                  <a:srgbClr val="818387"/>
                </a:solidFill>
              </a:rPr>
              <a:t>“</a:t>
            </a:r>
            <a:endParaRPr b="1" sz="12000">
              <a:solidFill>
                <a:srgbClr val="818387"/>
              </a:solidFill>
            </a:endParaRPr>
          </a:p>
        </p:txBody>
      </p:sp>
      <p:sp>
        <p:nvSpPr>
          <p:cNvPr id="96" name="Google Shape;96;p19"/>
          <p:cNvSpPr txBox="1"/>
          <p:nvPr>
            <p:ph type="title"/>
          </p:nvPr>
        </p:nvSpPr>
        <p:spPr>
          <a:xfrm>
            <a:off x="1682308" y="2130769"/>
            <a:ext cx="5779500" cy="1962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97" name="Google Shape;97;p19"/>
          <p:cNvSpPr txBox="1"/>
          <p:nvPr>
            <p:ph idx="2" type="subTitle"/>
          </p:nvPr>
        </p:nvSpPr>
        <p:spPr>
          <a:xfrm>
            <a:off x="3300470" y="3999056"/>
            <a:ext cx="2543100" cy="384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700"/>
              </a:spcBef>
              <a:spcAft>
                <a:spcPts val="0"/>
              </a:spcAft>
              <a:buNone/>
              <a:defRPr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Title Slide" showMasterSp="0">
  <p:cSld name="13_Title Slide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0"/>
          <p:cNvSpPr/>
          <p:nvPr>
            <p:ph idx="2" type="pic"/>
          </p:nvPr>
        </p:nvSpPr>
        <p:spPr>
          <a:xfrm>
            <a:off x="192505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0" name="Google Shape;100;p20"/>
          <p:cNvSpPr/>
          <p:nvPr>
            <p:ph idx="3" type="pic"/>
          </p:nvPr>
        </p:nvSpPr>
        <p:spPr>
          <a:xfrm>
            <a:off x="1997242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1" name="Google Shape;101;p20"/>
          <p:cNvSpPr/>
          <p:nvPr>
            <p:ph idx="4" type="pic"/>
          </p:nvPr>
        </p:nvSpPr>
        <p:spPr>
          <a:xfrm>
            <a:off x="3801980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2" name="Google Shape;102;p20"/>
          <p:cNvSpPr/>
          <p:nvPr>
            <p:ph idx="5" type="pic"/>
          </p:nvPr>
        </p:nvSpPr>
        <p:spPr>
          <a:xfrm>
            <a:off x="5606716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3" name="Google Shape;103;p20"/>
          <p:cNvSpPr/>
          <p:nvPr>
            <p:ph idx="6" type="pic"/>
          </p:nvPr>
        </p:nvSpPr>
        <p:spPr>
          <a:xfrm>
            <a:off x="7411453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 1">
  <p:cSld name="1_Cover Page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1"/>
          <p:cNvSpPr/>
          <p:nvPr/>
        </p:nvSpPr>
        <p:spPr>
          <a:xfrm>
            <a:off x="-53437" y="3390300"/>
            <a:ext cx="91974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6" name="Google Shape;106;p21"/>
          <p:cNvPicPr preferRelativeResize="0"/>
          <p:nvPr/>
        </p:nvPicPr>
        <p:blipFill rotWithShape="1">
          <a:blip r:embed="rId2">
            <a:alphaModFix/>
          </a:blip>
          <a:srcRect b="13732" l="0" r="-563" t="43844"/>
          <a:stretch/>
        </p:blipFill>
        <p:spPr>
          <a:xfrm>
            <a:off x="-53437" y="-70462"/>
            <a:ext cx="9250875" cy="3460759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1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700" lIns="25700" spcFirstLastPara="1" rIns="25700" wrap="square" tIns="25700">
            <a:norm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9pPr>
          </a:lstStyle>
          <a:p/>
        </p:txBody>
      </p:sp>
      <p:sp>
        <p:nvSpPr>
          <p:cNvPr id="108" name="Google Shape;108;p21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  <p:sp>
        <p:nvSpPr>
          <p:cNvPr id="109" name="Google Shape;109;p21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800"/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6.jp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509577" y="1401113"/>
            <a:ext cx="80058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2"/>
              </a:buClr>
              <a:buSzPts val="2200"/>
              <a:buFont typeface="Roboto"/>
              <a:buNone/>
              <a:defRPr i="0" sz="22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None/>
              <a:defRPr i="0" sz="18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Roboto"/>
              <a:buNone/>
              <a:defRPr i="0" sz="15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None/>
              <a:defRPr i="0" sz="13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None/>
              <a:defRPr i="0" sz="11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sz="5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pic>
        <p:nvPicPr>
          <p:cNvPr id="8" name="Google Shape;8;p1"/>
          <p:cNvPicPr preferRelativeResize="0"/>
          <p:nvPr/>
        </p:nvPicPr>
        <p:blipFill rotWithShape="1">
          <a:blip r:embed="rId1">
            <a:alphaModFix/>
          </a:blip>
          <a:srcRect b="0" l="0" r="0" t="35296"/>
          <a:stretch/>
        </p:blipFill>
        <p:spPr>
          <a:xfrm>
            <a:off x="0" y="4794384"/>
            <a:ext cx="9144000" cy="349116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  <p:sldLayoutId id="2147483663" r:id="rId17"/>
    <p:sldLayoutId id="2147483664" r:id="rId18"/>
    <p:sldLayoutId id="2147483665" r:id="rId19"/>
    <p:sldLayoutId id="2147483666" r:id="rId20"/>
    <p:sldLayoutId id="2147483667" r:id="rId21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7.jpg"/><Relationship Id="rId3" Type="http://schemas.openxmlformats.org/officeDocument/2006/relationships/hyperlink" Target="https://www.youtube.com/watch?v=Gjnup-PuquQ" TargetMode="External"/><Relationship Id="rId4" Type="http://schemas.openxmlformats.org/officeDocument/2006/relationships/hyperlink" Target="https://docs.docker.com/desktop/setup/install/windows-install/" TargetMode="External"/><Relationship Id="rId5" Type="http://schemas.openxmlformats.org/officeDocument/2006/relationships/hyperlink" Target="https://docs.docker.com/desktop/setup/install/mac-install/" TargetMode="External"/><Relationship Id="rId6" Type="http://schemas.openxmlformats.org/officeDocument/2006/relationships/hyperlink" Target="https://docs.docker.com/desktop/setup/install/linux/" TargetMode="External"/><Relationship Id="rId7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1.gif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2.jpg"/><Relationship Id="rId3" Type="http://schemas.openxmlformats.org/officeDocument/2006/relationships/hyperlink" Target="https://www.youtube.com/watch?v=PeMlggyqz0Y" TargetMode="External"/><Relationship Id="rId4" Type="http://schemas.openxmlformats.org/officeDocument/2006/relationships/image" Target="../media/image1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5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6.gif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2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2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2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hyperlink" Target="https://www.overleaf.com/latex/templates/formatting-instructions-for-neurips-2026/bjdwqfdkyftc" TargetMode="External"/><Relationship Id="rId3" Type="http://schemas.openxmlformats.org/officeDocument/2006/relationships/image" Target="../media/image3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marL="0" indent="0">
              <a:buNone/>
            </a:pPr>
            <a:r>
              <a:t>CSCI 3495</a:t>
            </a:r>
          </a:p>
          <a:p>
            <a:pPr marL="0" indent="0">
              <a:buNone/>
            </a:pPr>
            <a:r>
              <a:t>Welcome &amp; The Big Picture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93926" y="3549825"/>
            <a:ext cx="6453196" cy="970800"/>
          </a:xfrm>
        </p:spPr>
        <p:txBody>
          <a:bodyPr wrap="square"/>
          <a:lstStyle/>
          <a:p>
            <a:pPr marL="0" indent="0">
              <a:buNone/>
            </a:pPr>
            <a:r>
              <a:t>Natural Language Processing &amp; Large Language Models</a:t>
            </a:r>
          </a:p>
          <a:p>
            <a:pPr marL="0" indent="0">
              <a:buNone/>
            </a:pPr>
            <a:r>
              <a:t>Week 1, Class 1</a:t>
            </a:r>
          </a:p>
        </p:txBody>
      </p:sp>
      <p:pic>
        <p:nvPicPr>
          <p:cNvPr id="5" name="Picture 4" descr="Shelves of language, waiting to be read by something that cannot read. That is the whole problem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5722" y="3474720"/>
            <a:ext cx="1602518" cy="14813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777777"/>
                </a:solidFill>
              </a:defRPr>
            </a:pPr>
            <a:r>
              <a:t>Source: photo: Unsplash License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Ice breaker: Find Your Training Data</a:t>
            </a:r>
          </a:p>
        </p:txBody>
      </p:sp>
      <p:pic>
        <p:nvPicPr>
          <p:cNvPr id="5" name="Picture 4" descr="Nine squares, nine different classmates. Sheets are on your desk; you have eight minute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07083"/>
            <a:ext cx="8595360" cy="353283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handout at weeks/week-01/class-01/icebreaker-bingo.md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Who am I?</a:t>
            </a:r>
          </a:p>
        </p:txBody>
      </p:sp>
      <p:pic>
        <p:nvPicPr>
          <p:cNvPr id="5" name="Picture 4" descr="Two minutes of me, so the next fifteen weeks are not a stranger talking at you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795" y="1078992"/>
            <a:ext cx="7482409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personal photos; game and series cover art copyright their publishers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My background</a:t>
            </a:r>
          </a:p>
        </p:txBody>
      </p:sp>
      <p:pic>
        <p:nvPicPr>
          <p:cNvPr id="5" name="Picture 4" descr="St. Mary's in San Antonio, then Vanderbilt in Nashvill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049" y="1078992"/>
            <a:ext cx="7429901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campus photos and marks copyright the respective universities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6537960" cy="822960"/>
          </a:xfrm>
        </p:spPr>
        <p:txBody>
          <a:bodyPr wrap="square"/>
          <a:lstStyle/>
          <a:p>
            <a:pPr marL="0" indent="0">
              <a:buNone/>
            </a:pPr>
            <a:r>
              <a:t>Installing Docker</a:t>
            </a:r>
          </a:p>
        </p:txBody>
      </p:sp>
      <p:pic>
        <p:nvPicPr>
          <p:cNvPr id="5" name="Picture 4" descr="Video: Docker in 100 Seconds. Opens https://www.youtube.com/watch?v=Gjnup-PuquQ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109728"/>
            <a:ext cx="1554480" cy="87416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31152" y="993038"/>
            <a:ext cx="1956816" cy="1737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marL="0" indent="0">
              <a:buNone/>
            </a:pPr>
            <a:r>
              <a:rPr sz="850" b="1">
                <a:solidFill>
                  <a:srgbClr val="7C2529"/>
                </a:solidFill>
              </a:rPr>
              <a:t>Docker in 100 Seconds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06317" y="329184"/>
            <a:ext cx="276880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marL="0" indent="0">
              <a:buNone/>
            </a:pPr>
            <a:r>
              <a:rPr sz="1200" b="1" u="sng">
                <a:solidFill>
                  <a:srgbClr val="7C2529"/>
                </a:solidFill>
                <a:hlinkClick r:id="rId4"/>
              </a:rPr>
              <a:t>Windows</a:t>
            </a:r>
            <a:r>
              <a:rPr sz="1100">
                <a:solidFill>
                  <a:srgbClr val="777777"/>
                </a:solidFill>
              </a:rPr>
              <a:t>   ·   </a:t>
            </a:r>
            <a:r>
              <a:rPr sz="1200" b="1" u="sng">
                <a:solidFill>
                  <a:srgbClr val="7C2529"/>
                </a:solidFill>
                <a:hlinkClick r:id="rId5"/>
              </a:rPr>
              <a:t>macOS</a:t>
            </a:r>
            <a:r>
              <a:rPr sz="1100">
                <a:solidFill>
                  <a:srgbClr val="777777"/>
                </a:solidFill>
              </a:rPr>
              <a:t>   ·   </a:t>
            </a:r>
            <a:r>
              <a:rPr sz="1200" b="1" u="sng">
                <a:solidFill>
                  <a:srgbClr val="7C2529"/>
                </a:solidFill>
                <a:hlinkClick r:id="rId6"/>
              </a:rPr>
              <a:t>Linux</a:t>
            </a:r>
          </a:p>
        </p:txBody>
      </p:sp>
      <p:pic>
        <p:nvPicPr>
          <p:cNvPr id="8" name="Picture 7" descr="Do this before next class. Everything we run this semester runs inside this image.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4320" y="1240291"/>
            <a:ext cx="8595360" cy="339443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docs.docker.com/desktop/setup/install/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249830"/>
            <a:ext cx="8229600" cy="994200"/>
          </a:xfrm>
        </p:spPr>
        <p:txBody>
          <a:bodyPr wrap="square"/>
          <a:lstStyle/>
          <a:p>
            <a:pPr marL="0" indent="0" algn="ctr">
              <a:buNone/>
            </a:pPr>
            <a:r>
              <a:t>Schedule &amp; syllabus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7200" y="2335470"/>
            <a:ext cx="8229600" cy="1558200"/>
          </a:xfrm>
        </p:spPr>
        <p:txBody>
          <a:bodyPr wrap="square"/>
          <a:lstStyle/>
          <a:p>
            <a:pPr marL="0" indent="0" algn="ctr">
              <a:buNone/>
            </a:pPr>
            <a:r>
              <a:t>Open both now. We will walk the semester end to end.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Today's agenda</a:t>
            </a:r>
          </a:p>
        </p:txBody>
      </p:sp>
      <p:pic>
        <p:nvPicPr>
          <p:cNvPr id="5" name="Picture 4" descr="Six stops. We end with a language model running on your own laptop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85230"/>
            <a:ext cx="8595360" cy="357654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What is Natural Language Processing (NLP)?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57116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Take thirty seconds. Say it in your own words before I say it in mine.</a:t>
            </a:r>
          </a:p>
        </p:txBody>
      </p:sp>
      <p:pic>
        <p:nvPicPr>
          <p:cNvPr id="9" name="Picture 8" descr="What is Natural Language Processing (NLP)?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358" y="1078992"/>
            <a:ext cx="7425283" cy="31866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reaction GIF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6537960" cy="822960"/>
          </a:xfrm>
        </p:spPr>
        <p:txBody>
          <a:bodyPr wrap="square"/>
          <a:lstStyle/>
          <a:p>
            <a:pPr marL="0" indent="0">
              <a:buNone/>
            </a:pPr>
            <a:r>
              <a:t>Language in, action out</a:t>
            </a:r>
          </a:p>
        </p:txBody>
      </p:sp>
      <p:pic>
        <p:nvPicPr>
          <p:cNvPr id="5" name="Picture 4" descr="Video: ML in 100 Seconds. Opens https://www.youtube.com/watch?v=PeMlggyqz0Y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109728"/>
            <a:ext cx="1554480" cy="87416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31152" y="993038"/>
            <a:ext cx="1956816" cy="1737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marL="0" indent="0">
              <a:buNone/>
            </a:pPr>
            <a:r>
              <a:rPr sz="850" b="1">
                <a:solidFill>
                  <a:srgbClr val="7C2529"/>
                </a:solidFill>
              </a:rPr>
              <a:t>ML in 100 Seconds</a:t>
            </a:r>
          </a:p>
        </p:txBody>
      </p:sp>
      <p:pic>
        <p:nvPicPr>
          <p:cNvPr id="7" name="Picture 6" descr="NLP turns human language into useful action: search, translation, voice, and chat.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1313133"/>
            <a:ext cx="8595360" cy="324875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Language is everywhere</a:t>
            </a:r>
          </a:p>
        </p:txBody>
      </p:sp>
      <p:pic>
        <p:nvPicPr>
          <p:cNvPr id="5" name="Picture 4" descr="Every conversation, message, and search is text waiting to be understood by a machin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27272"/>
            <a:ext cx="8595360" cy="329245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figure; photo: Unsplash License, https://images.unsplash.com/photo-1517245386807-bb43f82c33c4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Picture 4" descr="Hold that question. We will keep asking it all semester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143250"/>
            <a:ext cx="9144000" cy="114300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1143000"/>
            <a:ext cx="9144000" cy="2834640"/>
          </a:xfrm>
          <a:prstGeom prst="rect">
            <a:avLst/>
          </a:prstGeom>
          <a:solidFill>
            <a:srgbClr val="101012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786384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3400" b="1">
                <a:solidFill>
                  <a:srgbClr val="FFFFFF"/>
                </a:solidFill>
              </a:rPr>
              <a:t>If a computer can finish your sentence, does it understand you?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59"/>
            <a:ext cx="78638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marL="0" indent="0">
              <a:buNone/>
            </a:pPr>
            <a:r>
              <a:rPr sz="2000">
                <a:solidFill>
                  <a:srgbClr val="FFFFFF"/>
                </a:solidFill>
              </a:rPr>
              <a:t>Hold that question. We will keep asking it all semester.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https://images.unsplash.com/photo-1620712943543-bcc4688e7485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Predicting the next word</a:t>
            </a:r>
          </a:p>
        </p:txBody>
      </p:sp>
      <p:pic>
        <p:nvPicPr>
          <p:cNvPr id="5" name="Picture 4" descr="A local LLM completes a prompt one token at a time. That is the whole trick, scaled up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26337"/>
            <a:ext cx="8595360" cy="309432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animation (qwen2.5:0.5b style)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Why is language hard?</a:t>
            </a:r>
          </a:p>
        </p:txBody>
      </p:sp>
      <p:pic>
        <p:nvPicPr>
          <p:cNvPr id="5" name="Picture 4" descr="Four reasons language resists computation: ambiguity, context, world knowledge, productivity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843" y="1078992"/>
            <a:ext cx="8144314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figure; Winograd schema example, Levesque et al. 2012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A very short history</a:t>
            </a:r>
          </a:p>
        </p:txBody>
      </p:sp>
      <p:pic>
        <p:nvPicPr>
          <p:cNvPr id="5" name="Picture 4" descr="Seven decades: rules to statistics to neural nets to Transformers to pretraining to LLMs and agent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27903"/>
            <a:ext cx="8595360" cy="24911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This course in one diagram</a:t>
            </a:r>
          </a:p>
        </p:txBody>
      </p:sp>
      <p:pic>
        <p:nvPicPr>
          <p:cNvPr id="5" name="Picture 4" descr="Seven phases over 15 weeks, from text foundations to agents, workflows, and ethic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843" y="1078992"/>
            <a:ext cx="8144314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figure; see schedule/SCHEDULE.md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How class works (every session)</a:t>
            </a:r>
          </a:p>
        </p:txBody>
      </p:sp>
      <p:pic>
        <p:nvPicPr>
          <p:cNvPr id="5" name="Picture 4" descr="Every session is ~35 min lecture, a 5 min break, then ~35 min of hands-on coding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25924"/>
            <a:ext cx="8595360" cy="269515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Learning together</a:t>
            </a:r>
          </a:p>
        </p:txBody>
      </p:sp>
      <p:pic>
        <p:nvPicPr>
          <p:cNvPr id="5" name="Picture 4" descr="This is a hands-on, build-it course. Bring your laptop and your question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27272"/>
            <a:ext cx="8595360" cy="329245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figure; photo: Unsplash License, https://images.unsplash.com/photo-1523240795612-9a054b0db644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Grade breakdown</a:t>
            </a:r>
          </a:p>
        </p:txBody>
      </p:sp>
      <p:pic>
        <p:nvPicPr>
          <p:cNvPr id="5" name="Picture 4" descr="Project 35, Homeworks 27, Quizzes 15, Participation 8, Final 8, Midterm 7. Details in the syllabu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77049"/>
            <a:ext cx="8595360" cy="339290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syllabus/SYLLABUS.md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semester project</a:t>
            </a:r>
          </a:p>
        </p:txBody>
      </p:sp>
      <p:pic>
        <p:nvPicPr>
          <p:cNvPr id="5" name="Picture 4" descr="Pick a path: new method, reproduction, or benchmark. Solo or in a team of up to thre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1904"/>
            <a:ext cx="8595360" cy="31831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project/README.md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5574183" cy="822960"/>
          </a:xfrm>
        </p:spPr>
        <p:txBody>
          <a:bodyPr wrap="square"/>
          <a:lstStyle/>
          <a:p>
            <a:pPr marL="0" indent="0">
              <a:buNone/>
            </a:pPr>
            <a:r>
              <a:t>Three milestones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57063" y="329184"/>
            <a:ext cx="292973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marL="0" indent="0">
              <a:buNone/>
            </a:pPr>
            <a:r>
              <a:rPr sz="1200" b="1" u="sng">
                <a:solidFill>
                  <a:srgbClr val="7C2529"/>
                </a:solidFill>
                <a:hlinkClick r:id="rId2"/>
              </a:rPr>
              <a:t>NeurIPS LaTeX template (Overleaf)</a:t>
            </a:r>
          </a:p>
        </p:txBody>
      </p:sp>
      <p:pic>
        <p:nvPicPr>
          <p:cNvPr id="6" name="Picture 5" descr="Weeks 5, 10 and 15. The full rubrics live in project/RUBRICS.md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829" y="1078992"/>
            <a:ext cx="8436341" cy="35890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project/README.md; project/RUBRICS.md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Tools: free &amp; open-source</a:t>
            </a:r>
          </a:p>
        </p:txBody>
      </p:sp>
      <p:pic>
        <p:nvPicPr>
          <p:cNvPr id="5" name="Picture 4" descr="Everything we use is free, open-source, and runs on a laptop CPU. No API keys, no GPU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293" y="1078992"/>
            <a:ext cx="8051413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logos copyright their projects (Simple Icons, CC0)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AI-use policy (important)</a:t>
            </a:r>
          </a:p>
        </p:txBody>
      </p:sp>
      <p:pic>
        <p:nvPicPr>
          <p:cNvPr id="5" name="Picture 4" descr="Use AI as an assistant and an object of study, but disclose it, own every line, and keep exams on paper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93461"/>
            <a:ext cx="8595360" cy="236008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syllabus/SYLLABUS.md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Assigned reading this week</a:t>
            </a:r>
          </a:p>
        </p:txBody>
      </p:sp>
      <p:pic>
        <p:nvPicPr>
          <p:cNvPr id="5" name="Picture 4" descr="Jurafsky &amp; Martin, SLP3 (free draft): Ch. 1 and 2. Quiz 1 next class covers this plus today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590" y="1078992"/>
            <a:ext cx="7576820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web.stanford.edu/~jurafsky/slp3/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Break</a:t>
            </a:r>
          </a:p>
        </p:txBody>
      </p:sp>
      <p:pic>
        <p:nvPicPr>
          <p:cNvPr id="5" name="Picture 4" descr="Five minutes: stretch, refill water, compare notes. Then we get Docker running and put a real language model on your laptop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312"/>
            <a:ext cx="8595360" cy="31863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Exercise: your first local LLM prompt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046220"/>
            <a:ext cx="8229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Edit the prompt, then try temperature 0.0 vs 1.2</a:t>
            </a:r>
          </a:p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Run it and read the model's answer</a:t>
            </a:r>
          </a:p>
        </p:txBody>
      </p:sp>
      <p:pic>
        <p:nvPicPr>
          <p:cNvPr id="6" name="Picture 5" descr="Exercise: your first local LLM promp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2775" y="1078992"/>
            <a:ext cx="6178450" cy="28757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weeks/week-01/class-01/exercise/hello_nlp.py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What you should see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04650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A real LLM, running locally on your laptop CPU</a:t>
            </a:r>
          </a:p>
        </p:txBody>
      </p:sp>
      <p:pic>
        <p:nvPicPr>
          <p:cNvPr id="6" name="Picture 5" descr="What you should se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31458"/>
            <a:ext cx="8595360" cy="26817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example run, qwen2.5:0.5b via Ollama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Activity: First-Prompt Scavenger Hunt</a:t>
            </a:r>
          </a:p>
        </p:txBody>
      </p:sp>
      <p:pic>
        <p:nvPicPr>
          <p:cNvPr id="5" name="Picture 4" descr="Pairs, programming, 10 minutes. Find one win and one fail, then post to the shared board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829" y="1078992"/>
            <a:ext cx="8436341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weeks/week-01/class-01/exercise/hello_nlp.py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Recap</a:t>
            </a:r>
          </a:p>
        </p:txBody>
      </p:sp>
      <p:pic>
        <p:nvPicPr>
          <p:cNvPr id="5" name="Picture 4" descr="Language is hard; the field went from rules to LLMs to agents; we build it hands-on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07398"/>
            <a:ext cx="8595360" cy="313220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">
      <a:dk1>
        <a:srgbClr val="434343"/>
      </a:dk1>
      <a:lt1>
        <a:srgbClr val="FFFFFF"/>
      </a:lt1>
      <a:dk2>
        <a:srgbClr val="818387"/>
      </a:dk2>
      <a:lt2>
        <a:srgbClr val="F6F7FA"/>
      </a:lt2>
      <a:accent1>
        <a:srgbClr val="723130"/>
      </a:accent1>
      <a:accent2>
        <a:srgbClr val="818387"/>
      </a:accent2>
      <a:accent3>
        <a:srgbClr val="FFB600"/>
      </a:accent3>
      <a:accent4>
        <a:srgbClr val="738D33"/>
      </a:accent4>
      <a:accent5>
        <a:srgbClr val="625578"/>
      </a:accent5>
      <a:accent6>
        <a:srgbClr val="498DA0"/>
      </a:accent6>
      <a:hlink>
        <a:srgbClr val="B1B4B5"/>
      </a:hlink>
      <a:folHlink>
        <a:srgbClr val="B0B1B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