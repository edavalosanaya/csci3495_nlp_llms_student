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Text Processing: Tokenization, Regex &amp; Edit Distance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649496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1, Class 2</a:t>
            </a:r>
          </a:p>
        </p:txBody>
      </p:sp>
      <p:pic>
        <p:nvPicPr>
          <p:cNvPr id="5" name="Picture 4" descr="To a computer, raw text is alphabet soup: a pile of characters. Where do the words begin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022" y="3474720"/>
            <a:ext cx="2406218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Thriving Vegetarian, CC BY 2.0, via Wikimedia Commons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It all starts with raw text</a:t>
            </a:r>
          </a:p>
        </p:txBody>
      </p:sp>
      <p:pic>
        <p:nvPicPr>
          <p:cNvPr id="5" name="Picture 4" descr="Every model begins with messy human text: handwriting, tweets, code, transcrip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12" y="1078992"/>
            <a:ext cx="47813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https://images.unsplash.com/photo-1455390582262-044cdead277a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text processing?</a:t>
            </a:r>
          </a:p>
        </p:txBody>
      </p:sp>
      <p:pic>
        <p:nvPicPr>
          <p:cNvPr id="5" name="Picture 4" descr="Before any model, raw text must become discrete units a computer can count and emb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9188"/>
            <a:ext cx="8595360" cy="3168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Is &quot;don't&quot; one token or two? What about &quot;New York&quot; or a hashtag? Hold that though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How would YOU split a sentence into "words"?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Is "don't" one token or two? What about "New York" or a hashtag? Hold that thought.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Tokenization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three tokenizations</a:t>
            </a:r>
          </a:p>
        </p:txBody>
      </p:sp>
      <p:pic>
        <p:nvPicPr>
          <p:cNvPr id="5" name="Picture 4" descr="Characters, subwords, or words. Each granularity is a different trad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2956"/>
            <a:ext cx="8595360" cy="3001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Normalization</a:t>
            </a:r>
          </a:p>
        </p:txBody>
      </p:sp>
      <p:pic>
        <p:nvPicPr>
          <p:cNvPr id="5" name="Picture 4" descr="Reducing variants to a canonical form is useful, but lossy. Pick the level that fits the tas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18956"/>
            <a:ext cx="8595360" cy="2309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Regular Expressions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Regular expressions</a:t>
            </a:r>
          </a:p>
        </p:txBody>
      </p:sp>
      <p:pic>
        <p:nvPicPr>
          <p:cNvPr id="5" name="Picture 4" descr="A compact language for pattern matching: metacharacters plus quantifiers, tested on real strings. We extract emails, URLs, and @mentions in the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Minimum Edit Distance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Did you mean...?</a:t>
            </a:r>
          </a:p>
        </p:txBody>
      </p:sp>
      <p:pic>
        <p:nvPicPr>
          <p:cNvPr id="5" name="Picture 4" descr="Spell-checkers, fuzzy search, and DNA alignment all ask: how far apart are two strings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597" y="1078992"/>
            <a:ext cx="4780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https://images.unsplash.com/photo-1456513080510-7bf3a84b82f8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Minimum edit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Uses: spell-check, fuzzy matching, word-error-rate, diffing</a:t>
            </a:r>
          </a:p>
        </p:txBody>
      </p:sp>
      <p:pic>
        <p:nvPicPr>
          <p:cNvPr id="6" name="Picture 5" descr="Fewest insert, delete, or substitute edits, filled in by dynamic programming. Each edit costs 1 here (Levenshtein), so the answer is 5; J&amp;M charge 2 per substitution and get 8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253" y="1078992"/>
            <a:ext cx="6459494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(Levenshtein; J&amp;M SLP3 Ch. 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Edit distance: the recurrence</a:t>
            </a:r>
          </a:p>
        </p:txBody>
      </p:sp>
      <p:pic>
        <p:nvPicPr>
          <p:cNvPr id="5" name="Picture 4" descr="Each cell is the minimum of three neighbors (deletion, insertion, substitution). O(mn) time and spa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9440"/>
            <a:ext cx="8595360" cy="2848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peek ahead: Byte-Pair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2924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We build our own BPE tokenizer in Week 8</a:t>
            </a:r>
          </a:p>
        </p:txBody>
      </p:sp>
      <p:pic>
        <p:nvPicPr>
          <p:cNvPr id="6" name="Picture 5" descr="Modern LLMs use learned subwords: start from characters, then merge the most frequent adjacent pai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6861"/>
            <a:ext cx="8595360" cy="2330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(BPE: Sennrich et al., 2016)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Watch BPE merge, step by step</a:t>
            </a:r>
          </a:p>
        </p:txBody>
      </p:sp>
      <p:pic>
        <p:nvPicPr>
          <p:cNvPr id="5" name="Picture 4" descr="The token sequence shrinks as the most frequent pair is merged, one step at a tim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6661"/>
            <a:ext cx="8595360" cy="29136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(BPE: Sennrich et al., 2016)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1 (paper)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19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Covers Week 1 lecture and J&amp;M Ch. 1 to 2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Closed book; finish early and your break starts early, need more time and it comes out of the break</a:t>
            </a:r>
          </a:p>
        </p:txBody>
      </p:sp>
      <p:pic>
        <p:nvPicPr>
          <p:cNvPr id="6" name="Picture 5" descr="Covers Week 1 lecture plus the reading (J&amp;M Ch. 1 and 2). Clear your desk; about 10 minutes, right before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861" y="1078992"/>
            <a:ext cx="5272277" cy="287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oding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every lab in this course works</a:t>
            </a:r>
          </a:p>
        </p:txBody>
      </p:sp>
      <p:pic>
        <p:nvPicPr>
          <p:cNvPr id="5" name="Picture 4" descr="Read one step, write one function, run one test. Repe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79208"/>
            <a:ext cx="8595360" cy="1988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Enough Python for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4413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starter gives you the signature and the docstring; you write the body</a:t>
            </a:r>
          </a:p>
        </p:txBody>
      </p:sp>
      <p:pic>
        <p:nvPicPr>
          <p:cNvPr id="6" name="Picture 5" descr="Enough Python for 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91977"/>
            <a:ext cx="8595360" cy="2760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weeks/week-01/class-02/exercise/text_tools.py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test?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18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Code that calls your function and checks the answer the step promised</a:t>
            </a:r>
          </a:p>
        </p:txBody>
      </p:sp>
      <p:pic>
        <p:nvPicPr>
          <p:cNvPr id="9" name="Picture 8" descr="A test calls your function and compares the answer to the one the step promis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7788"/>
            <a:ext cx="8595360" cy="2309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weeks/week-01/class-02/exercise/test_text_tools.py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Green is not the goal, the message is</a:t>
            </a:r>
          </a:p>
        </p:txBody>
      </p:sp>
      <p:pic>
        <p:nvPicPr>
          <p:cNvPr id="5" name="Picture 4" descr="A failure tells you what you returned and what was wanted. That is a hint, not a gra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6156"/>
            <a:ext cx="8595360" cy="3554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pytest output, week 1 class 2 starter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build the text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Two functions to write: tokenize and edit_distance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normalize and extract are written for you, to read and copy the pattern</a:t>
            </a:r>
          </a:p>
        </p:txBody>
      </p:sp>
      <p:pic>
        <p:nvPicPr>
          <p:cNvPr id="6" name="Picture 5" descr="Exercise: build the text too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564" y="1078992"/>
            <a:ext cx="3712871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weeks/week-01/class-02/exercise/text_tools.py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940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All 10 tests green when your four functions are correct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6705"/>
            <a:ext cx="8595360" cy="17112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weeks/week-01/class-02/exercise/test_text_tools.py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Text becomes data via tokenization, normalization, regex, and edit dista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0008"/>
            <a:ext cx="8595360" cy="21269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