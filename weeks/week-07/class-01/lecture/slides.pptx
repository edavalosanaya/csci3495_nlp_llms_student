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3"/>
  </p:sldMasterIdLst>
  <p:notesMasterIdLst>
    <p:notesMasterId r:id="rId4"/>
  </p:notesMasterIdLst>
  <p:sldIdLst>
    <p:sldId id="256" r:id="rId21"/>
    <p:sldId id="257" r:id="rId22"/>
    <p:sldId id="258" r:id="rId20"/>
    <p:sldId id="259" r:id="rId19"/>
    <p:sldId id="260" r:id="rId18"/>
    <p:sldId id="261" r:id="rId17"/>
    <p:sldId id="262" r:id="rId16"/>
    <p:sldId id="263" r:id="rId15"/>
    <p:sldId id="264" r:id="rId14"/>
    <p:sldId id="265" r:id="rId13"/>
    <p:sldId id="266" r:id="rId12"/>
    <p:sldId id="267" r:id="rId11"/>
    <p:sldId id="268" r:id="rId10"/>
    <p:sldId id="269" r:id="rId9"/>
    <p:sldId id="270" r:id="rId8"/>
    <p:sldId id="271" r:id="rId7"/>
    <p:sldId id="272" r:id="rId6"/>
    <p:sldId id="273" r:id="rId5"/>
  </p:sldIdLst>
  <p:sldSz cy="5143500" cx="9144000"/>
  <p:notesSz cx="6858000" cy="9144000"/>
  <p:embeddedFontLst>
    <p:embeddedFont>
      <p:font typeface="Roboto"/>
      <p:regular r:id="rId23"/>
      <p:bold r:id="rId24"/>
      <p:italic r:id="rId25"/>
      <p:boldItalic r:id="rId26"/>
    </p:embeddedFont>
    <p:embeddedFont>
      <p:font typeface="Playfair Display"/>
      <p:regular r:id="rId27"/>
      <p:bold r:id="rId28"/>
      <p:italic r:id="rId29"/>
      <p:boldItalic r:id="rId30"/>
    </p:embeddedFont>
    <p:embeddedFont>
      <p:font typeface="Roboto Mono Light"/>
      <p:regular r:id="rId31"/>
      <p:bold r:id="rId32"/>
      <p:italic r:id="rId33"/>
      <p:boldItalic r:id="rId34"/>
    </p:embeddedFont>
    <p:embeddedFont>
      <p:font typeface="Roboto Light"/>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8.xml"/><Relationship Id="rId6" Type="http://schemas.openxmlformats.org/officeDocument/2006/relationships/slide" Target="slides/slide17.xml"/><Relationship Id="rId7" Type="http://schemas.openxmlformats.org/officeDocument/2006/relationships/slide" Target="slides/slide16.xml"/><Relationship Id="rId8" Type="http://schemas.openxmlformats.org/officeDocument/2006/relationships/slide" Target="slides/slide15.xml"/><Relationship Id="rId9" Type="http://schemas.openxmlformats.org/officeDocument/2006/relationships/slide" Target="slides/slide14.xml"/><Relationship Id="rId10" Type="http://schemas.openxmlformats.org/officeDocument/2006/relationships/slide" Target="slides/slide13.xml"/><Relationship Id="rId11" Type="http://schemas.openxmlformats.org/officeDocument/2006/relationships/slide" Target="slides/slide12.xml"/><Relationship Id="rId12" Type="http://schemas.openxmlformats.org/officeDocument/2006/relationships/slide" Target="slides/slide11.xml"/><Relationship Id="rId13" Type="http://schemas.openxmlformats.org/officeDocument/2006/relationships/slide" Target="slides/slide10.xml"/><Relationship Id="rId14" Type="http://schemas.openxmlformats.org/officeDocument/2006/relationships/slide" Target="slides/slide9.xml"/><Relationship Id="rId15" Type="http://schemas.openxmlformats.org/officeDocument/2006/relationships/slide" Target="slides/slide8.xml"/><Relationship Id="rId16" Type="http://schemas.openxmlformats.org/officeDocument/2006/relationships/slide" Target="slides/slide7.xml"/><Relationship Id="rId17" Type="http://schemas.openxmlformats.org/officeDocument/2006/relationships/slide" Target="slides/slide6.xml"/><Relationship Id="rId18" Type="http://schemas.openxmlformats.org/officeDocument/2006/relationships/slide" Target="slides/slide5.xml"/><Relationship Id="rId19" Type="http://schemas.openxmlformats.org/officeDocument/2006/relationships/slide" Target="slides/slide4.xml"/><Relationship Id="rId20" Type="http://schemas.openxmlformats.org/officeDocument/2006/relationships/slide" Target="slides/slide3.xml"/><Relationship Id="rId21" Type="http://schemas.openxmlformats.org/officeDocument/2006/relationships/slide" Target="slides/slide1.xml"/><Relationship Id="rId22" Type="http://schemas.openxmlformats.org/officeDocument/2006/relationships/slide" Target="slides/slide2.xml"/><Relationship Id="rId23" Type="http://schemas.openxmlformats.org/officeDocument/2006/relationships/font" Target="fonts/Roboto-regular.fntdata"/><Relationship Id="rId24" Type="http://schemas.openxmlformats.org/officeDocument/2006/relationships/font" Target="fonts/Roboto-bold.fntdata"/><Relationship Id="rId25" Type="http://schemas.openxmlformats.org/officeDocument/2006/relationships/font" Target="fonts/Roboto-italic.fntdata"/><Relationship Id="rId26" Type="http://schemas.openxmlformats.org/officeDocument/2006/relationships/font" Target="fonts/Roboto-boldItalic.fntdata"/><Relationship Id="rId27" Type="http://schemas.openxmlformats.org/officeDocument/2006/relationships/font" Target="fonts/PlayfairDisplay-regular.fntdata"/><Relationship Id="rId28" Type="http://schemas.openxmlformats.org/officeDocument/2006/relationships/font" Target="fonts/PlayfairDisplay-bold.fntdata"/><Relationship Id="rId29" Type="http://schemas.openxmlformats.org/officeDocument/2006/relationships/font" Target="fonts/PlayfairDisplay-italic.fntdata"/><Relationship Id="rId30" Type="http://schemas.openxmlformats.org/officeDocument/2006/relationships/font" Target="fonts/PlayfairDisplay-boldItalic.fntdata"/><Relationship Id="rId31" Type="http://schemas.openxmlformats.org/officeDocument/2006/relationships/font" Target="fonts/RobotoMonoLight-regular.fntdata"/><Relationship Id="rId32" Type="http://schemas.openxmlformats.org/officeDocument/2006/relationships/font" Target="fonts/RobotoMonoLight-bold.fntdata"/><Relationship Id="rId33" Type="http://schemas.openxmlformats.org/officeDocument/2006/relationships/font" Target="fonts/RobotoMonoLight-italic.fntdata"/><Relationship Id="rId34" Type="http://schemas.openxmlformats.org/officeDocument/2006/relationships/font" Target="fonts/RobotoMonoLight-boldItalic.fntdata"/><Relationship Id="rId35" Type="http://schemas.openxmlformats.org/officeDocument/2006/relationships/font" Target="fonts/RobotoLight-regular.fntdata"/><Relationship Id="rId36" Type="http://schemas.openxmlformats.org/officeDocument/2006/relationships/font" Target="fonts/RobotoLight-bold.fntdata"/><Relationship Id="rId37" Type="http://schemas.openxmlformats.org/officeDocument/2006/relationships/font" Target="fonts/RobotoLight-italic.fntdata"/><Relationship Id="rId38" Type="http://schemas.openxmlformats.org/officeDocument/2006/relationships/font" Target="fonts/RobotoLight-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523" y="685800"/>
            <a:ext cx="45717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1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Rosetta Stone: one decree, three scripts. Reading any line meant constantly glancing back at the others. That glance is the whole idea today, and by the end of class we go from one glance to the architecture everything since 2017 is built on. After the break they take a real one apart with their hands.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machine translation system that worked before attention, and the shape of it is the problem. The encoder reads the source one word at a time and hands the decoder a single fixed vector, c. Everything the decoder will ever know about the source has to be in there: every word, every ending, every bit of word order, whether the sentence was three words or forty. Ask the room what happens as the sentence gets longer, and let somebody say it out loud. The vector does not get bigger. Performance falls off a cliff past about twenty words, and the fix on the next slide is almost embarrassingly simple: stop insisting on one vector, and let the decoder look back at all of them.</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Every output word re-weights the whole input. Watch the peak jump backwards when "chat noir" comes out reversed.</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One decoding step: every encoder state gets a weight (here .4, .3, .1, .2 from dot products with the previous decoder state), and their weighted sum becomes c_i, an input to the next decoder state. Repeat fresh for every output word.</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Real learned weights, two examples: rows are French output words, columns the English source, white means high alpha. Left: "zone economique europeenne" reverses "European Economic Area". Right: French says "a dit l'homme" (said the man), and the weights jump backwards to "the man said". Nobody labeled any of this.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Attention fixed the bottleneck but not the clock. Step five still cannot start until step four finishes, so nothing parallelises across time, and a GPU sits mostly idle. That single constraint is what the Transformer removes next class.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book's example: building the representation of "it", the model attends hard to "chicken" and "road", the two things "it" could refer to. Every token does this over the whole context, at every layer.</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Computing a_3, step by numbered step: generate k, q, v; compare q_3 to the keys; scale by sqrt(d_k); softmax; weigh the values; sum; reshape with W^O. Match each arrow to an equation on the previous slide.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 practice one matrix multiply QK^T scores every pair at once (top), but the upper triangle is the FUTURE. The mask sets those cells to -infinity, so after softmax they get exactly zero weight (bottom): no information leaks backwards from tokens the model has not generated yet.</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book's version with A = 4 heads: each head has its own W^Q, W^K, W^V, their outputs are concatenated and W^O projects back to model size. Same picture as the paper's, with the shapes written on every wire.</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To bare attention these look identical, we must inject position explicitly.</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Give every position its own embedding and just ADD it to the token embedding; now "bites" at position 2 and "bites" at position 4 enter the stack as different vectors.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Everyone into today's lab.ipynb. We are not implementing any of the last six slides; we are loading a trained transformer and looking at what it does. Part 1 turns a sentence into one vector per token, all positions at once. Part 2 pulls the attention weights out and draws them, which is the heatmap from the alignment slide except this model taught itself. Part 3 is the one to slow down on: the same word in two different sentences comes out as two different vectors, which is the thing a fixed embedding table could never do.</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most reproduced figure in modern NLP. Every piece you have met is here: embeddings plus positional encoding, multi-head attention, feed-forward, residual Add &amp; Norm, stacked N=6 times per side. The decoder adds masked self-attention and cross-attention into the encoder.</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attention machinery is the same, the masking and wiring differ.</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result: the backbone of every modern LLM, from BERT and GPT onward. Short paths plus parallel training made scaling pay off (Weeks 8-9). Trade-off: comparing all pairs costs O(n ) in sequence length n.</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Teams of three, about twenty-five minutes, and almost no code: two helper functions are given and everything else is choosing sentences. The encoder fills in a blank, the decoder continues a prompt, and the job is to find out what each one does and does not know. Six starting questions are on the slide and teams should invent their own. Insist on evidence: a claim about the model has to come with the prompt that produced it and the numbers it returned. Last ten minutes, each team reports the single most surprising thing they found.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jpg"/><Relationship Id="rId3" Type="http://schemas.openxmlformats.org/officeDocument/2006/relationships/image" Target="../media/image26.jpg"/><Relationship Id="rId4" Type="http://schemas.openxmlformats.org/officeDocument/2006/relationships/image" Target="../media/image27.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ver Page" type="blank">
  <p:cSld name="BLANK">
    <p:spTree>
      <p:nvGrpSpPr>
        <p:cNvPr id="9" name="Shape 9"/>
        <p:cNvGrpSpPr/>
        <p:nvPr/>
      </p:nvGrpSpPr>
      <p:grpSpPr>
        <a:xfrm>
          <a:off x="0" y="0"/>
          <a:ext cx="0" cy="0"/>
          <a:chOff x="0" y="0"/>
          <a:chExt cx="0" cy="0"/>
        </a:xfrm>
      </p:grpSpPr>
      <p:sp>
        <p:nvSpPr>
          <p:cNvPr id="10" name="Google Shape;10;p2"/>
          <p:cNvSpPr/>
          <p:nvPr/>
        </p:nvSpPr>
        <p:spPr>
          <a:xfrm>
            <a:off x="0" y="3390300"/>
            <a:ext cx="9144000" cy="1753200"/>
          </a:xfrm>
          <a:prstGeom prst="rect">
            <a:avLst/>
          </a:prstGeom>
          <a:solidFill>
            <a:srgbClr val="FFFFFF"/>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pic>
        <p:nvPicPr>
          <p:cNvPr id="11" name="Google Shape;11;p2"/>
          <p:cNvPicPr preferRelativeResize="0"/>
          <p:nvPr/>
        </p:nvPicPr>
        <p:blipFill rotWithShape="1">
          <a:blip r:embed="rId2">
            <a:alphaModFix/>
          </a:blip>
          <a:srcRect b="13732" l="600" r="-600" t="43847"/>
          <a:stretch/>
        </p:blipFill>
        <p:spPr>
          <a:xfrm>
            <a:off x="0" y="-70472"/>
            <a:ext cx="9198797" cy="3460774"/>
          </a:xfrm>
          <a:prstGeom prst="rect">
            <a:avLst/>
          </a:prstGeom>
          <a:noFill/>
          <a:ln>
            <a:noFill/>
          </a:ln>
        </p:spPr>
      </p:pic>
      <p:sp>
        <p:nvSpPr>
          <p:cNvPr id="12" name="Google Shape;12;p2"/>
          <p:cNvSpPr txBox="1"/>
          <p:nvPr>
            <p:ph type="title"/>
          </p:nvPr>
        </p:nvSpPr>
        <p:spPr>
          <a:xfrm>
            <a:off x="493923" y="976378"/>
            <a:ext cx="8005800" cy="18243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rgbClr val="FFFFFF"/>
              </a:buClr>
              <a:buSzPts val="3600"/>
              <a:buFont typeface="Playfair Display"/>
              <a:buNone/>
              <a:defRPr i="0" sz="3600" u="none" cap="none" strike="noStrike">
                <a:solidFill>
                  <a:srgbClr val="FFFFFF"/>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13" name="Google Shape;13;p2"/>
          <p:cNvSpPr txBox="1"/>
          <p:nvPr>
            <p:ph idx="1" type="subTitle"/>
          </p:nvPr>
        </p:nvSpPr>
        <p:spPr>
          <a:xfrm>
            <a:off x="493926" y="3549825"/>
            <a:ext cx="7661100" cy="970800"/>
          </a:xfrm>
          <a:prstGeom prst="rect">
            <a:avLst/>
          </a:prstGeom>
        </p:spPr>
        <p:txBody>
          <a:bodyPr anchorCtr="0" anchor="t" bIns="34275" lIns="34275" spcFirstLastPara="1" rIns="34275" wrap="square" tIns="34275">
            <a:noAutofit/>
          </a:bodyPr>
          <a:lstStyle>
            <a:lvl1pPr lvl="0">
              <a:spcBef>
                <a:spcPts val="700"/>
              </a:spcBef>
              <a:spcAft>
                <a:spcPts val="0"/>
              </a:spcAft>
              <a:buNone/>
              <a:defRPr>
                <a:solidFill>
                  <a:schemeClr val="dk1"/>
                </a:solidFill>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14" name="Google Shape;14;p2"/>
          <p:cNvSpPr txBox="1"/>
          <p:nvPr>
            <p:ph idx="2" type="subTitle"/>
          </p:nvPr>
        </p:nvSpPr>
        <p:spPr>
          <a:xfrm>
            <a:off x="493923" y="4079316"/>
            <a:ext cx="7327800" cy="2987100"/>
          </a:xfrm>
          <a:prstGeom prst="rect">
            <a:avLst/>
          </a:prstGeom>
        </p:spPr>
        <p:txBody>
          <a:bodyPr anchorCtr="0" anchor="t" bIns="34275" lIns="34275" spcFirstLastPara="1" rIns="34275" wrap="square" tIns="34275">
            <a:noAutofit/>
          </a:bodyPr>
          <a:lstStyle>
            <a:lvl1pPr lvl="0">
              <a:spcBef>
                <a:spcPts val="700"/>
              </a:spcBef>
              <a:spcAft>
                <a:spcPts val="0"/>
              </a:spcAft>
              <a:buNone/>
              <a:defRPr sz="18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 2 Columns">
  <p:cSld name="2_Portfolio Three">
    <p:spTree>
      <p:nvGrpSpPr>
        <p:cNvPr id="15" name="Shape 15"/>
        <p:cNvGrpSpPr/>
        <p:nvPr/>
      </p:nvGrpSpPr>
      <p:grpSpPr>
        <a:xfrm>
          <a:off x="0" y="0"/>
          <a:ext cx="0" cy="0"/>
          <a:chOff x="0" y="0"/>
          <a:chExt cx="0" cy="0"/>
        </a:xfrm>
      </p:grpSpPr>
      <p:sp>
        <p:nvSpPr>
          <p:cNvPr id="16" name="Google Shape;16;p3"/>
          <p:cNvSpPr txBox="1"/>
          <p:nvPr>
            <p:ph idx="1" type="body"/>
          </p:nvPr>
        </p:nvSpPr>
        <p:spPr>
          <a:xfrm>
            <a:off x="509577" y="1369219"/>
            <a:ext cx="36882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
        <p:nvSpPr>
          <p:cNvPr id="17" name="Google Shape;17;p3"/>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18" name="Google Shape;18;p3"/>
          <p:cNvSpPr txBox="1"/>
          <p:nvPr>
            <p:ph idx="2"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19" name="Google Shape;19;p3"/>
          <p:cNvSpPr txBox="1"/>
          <p:nvPr>
            <p:ph idx="3" type="body"/>
          </p:nvPr>
        </p:nvSpPr>
        <p:spPr>
          <a:xfrm>
            <a:off x="4827127" y="1369219"/>
            <a:ext cx="36882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 3 Columns">
  <p:cSld name="1_Slide with Placeholder">
    <p:spTree>
      <p:nvGrpSpPr>
        <p:cNvPr id="20" name="Shape 20"/>
        <p:cNvGrpSpPr/>
        <p:nvPr/>
      </p:nvGrpSpPr>
      <p:grpSpPr>
        <a:xfrm>
          <a:off x="0" y="0"/>
          <a:ext cx="0" cy="0"/>
          <a:chOff x="0" y="0"/>
          <a:chExt cx="0" cy="0"/>
        </a:xfrm>
      </p:grpSpPr>
      <p:sp>
        <p:nvSpPr>
          <p:cNvPr id="21" name="Google Shape;21;p4"/>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22" name="Google Shape;22;p4"/>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23" name="Google Shape;23;p4"/>
          <p:cNvSpPr txBox="1"/>
          <p:nvPr>
            <p:ph idx="2" type="body"/>
          </p:nvPr>
        </p:nvSpPr>
        <p:spPr>
          <a:xfrm>
            <a:off x="552175" y="1369225"/>
            <a:ext cx="2502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
        <p:nvSpPr>
          <p:cNvPr id="24" name="Google Shape;24;p4"/>
          <p:cNvSpPr txBox="1"/>
          <p:nvPr>
            <p:ph idx="3" type="body"/>
          </p:nvPr>
        </p:nvSpPr>
        <p:spPr>
          <a:xfrm>
            <a:off x="3337475" y="1369225"/>
            <a:ext cx="2502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
        <p:nvSpPr>
          <p:cNvPr id="25" name="Google Shape;25;p4"/>
          <p:cNvSpPr txBox="1"/>
          <p:nvPr>
            <p:ph idx="4" type="body"/>
          </p:nvPr>
        </p:nvSpPr>
        <p:spPr>
          <a:xfrm>
            <a:off x="6160800" y="1369225"/>
            <a:ext cx="2502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ver Slide">
  <p:cSld name="Cover Slide">
    <p:spTree>
      <p:nvGrpSpPr>
        <p:cNvPr id="26" name="Shape 26"/>
        <p:cNvGrpSpPr/>
        <p:nvPr/>
      </p:nvGrpSpPr>
      <p:grpSpPr>
        <a:xfrm>
          <a:off x="0" y="0"/>
          <a:ext cx="0" cy="0"/>
          <a:chOff x="0" y="0"/>
          <a:chExt cx="0" cy="0"/>
        </a:xfrm>
      </p:grpSpPr>
      <p:pic>
        <p:nvPicPr>
          <p:cNvPr id="27" name="Google Shape;27;p5"/>
          <p:cNvPicPr preferRelativeResize="0"/>
          <p:nvPr/>
        </p:nvPicPr>
        <p:blipFill rotWithShape="1">
          <a:blip r:embed="rId2">
            <a:alphaModFix/>
          </a:blip>
          <a:srcRect b="0" l="0" r="0" t="0"/>
          <a:stretch/>
        </p:blipFill>
        <p:spPr>
          <a:xfrm>
            <a:off x="595" y="0"/>
            <a:ext cx="9142810" cy="514283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ver Slide with Logo">
  <p:cSld name="Cover Slide_2">
    <p:spTree>
      <p:nvGrpSpPr>
        <p:cNvPr id="28" name="Shape 28"/>
        <p:cNvGrpSpPr/>
        <p:nvPr/>
      </p:nvGrpSpPr>
      <p:grpSpPr>
        <a:xfrm>
          <a:off x="0" y="0"/>
          <a:ext cx="0" cy="0"/>
          <a:chOff x="0" y="0"/>
          <a:chExt cx="0" cy="0"/>
        </a:xfrm>
      </p:grpSpPr>
      <p:pic>
        <p:nvPicPr>
          <p:cNvPr id="29" name="Google Shape;29;p6"/>
          <p:cNvPicPr preferRelativeResize="0"/>
          <p:nvPr/>
        </p:nvPicPr>
        <p:blipFill rotWithShape="1">
          <a:blip r:embed="rId2">
            <a:alphaModFix/>
          </a:blip>
          <a:srcRect b="0" l="0" r="0" t="0"/>
          <a:stretch/>
        </p:blipFill>
        <p:spPr>
          <a:xfrm>
            <a:off x="595" y="0"/>
            <a:ext cx="9142810" cy="5142831"/>
          </a:xfrm>
          <a:prstGeom prst="rect">
            <a:avLst/>
          </a:prstGeom>
          <a:noFill/>
          <a:ln>
            <a:noFill/>
          </a:ln>
        </p:spPr>
      </p:pic>
      <p:pic>
        <p:nvPicPr>
          <p:cNvPr id="30" name="Google Shape;30;p6"/>
          <p:cNvPicPr preferRelativeResize="0"/>
          <p:nvPr/>
        </p:nvPicPr>
        <p:blipFill>
          <a:blip r:embed="rId3">
            <a:alphaModFix/>
          </a:blip>
          <a:stretch>
            <a:fillRect/>
          </a:stretch>
        </p:blipFill>
        <p:spPr>
          <a:xfrm>
            <a:off x="2103514" y="628706"/>
            <a:ext cx="4936973" cy="3885582"/>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Acknowledgments Slide">
  <p:cSld name="Cover Slide_1">
    <p:spTree>
      <p:nvGrpSpPr>
        <p:cNvPr id="31" name="Shape 31"/>
        <p:cNvGrpSpPr/>
        <p:nvPr/>
      </p:nvGrpSpPr>
      <p:grpSpPr>
        <a:xfrm>
          <a:off x="0" y="0"/>
          <a:ext cx="0" cy="0"/>
          <a:chOff x="0" y="0"/>
          <a:chExt cx="0" cy="0"/>
        </a:xfrm>
      </p:grpSpPr>
      <p:pic>
        <p:nvPicPr>
          <p:cNvPr id="32" name="Google Shape;32;p7"/>
          <p:cNvPicPr preferRelativeResize="0"/>
          <p:nvPr/>
        </p:nvPicPr>
        <p:blipFill rotWithShape="1">
          <a:blip r:embed="rId2">
            <a:alphaModFix/>
          </a:blip>
          <a:srcRect b="0" l="0" r="0" t="0"/>
          <a:stretch/>
        </p:blipFill>
        <p:spPr>
          <a:xfrm>
            <a:off x="595" y="0"/>
            <a:ext cx="9142810" cy="5142831"/>
          </a:xfrm>
          <a:prstGeom prst="rect">
            <a:avLst/>
          </a:prstGeom>
          <a:noFill/>
          <a:ln>
            <a:noFill/>
          </a:ln>
        </p:spPr>
      </p:pic>
      <p:sp>
        <p:nvSpPr>
          <p:cNvPr id="33" name="Google Shape;33;p7"/>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lt1"/>
              </a:buClr>
              <a:buSzPts val="5600"/>
              <a:buFont typeface="Playfair Display"/>
              <a:buNone/>
              <a:defRPr i="0" sz="5600" u="none" cap="none" strike="noStrike">
                <a:solidFill>
                  <a:schemeClr val="lt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34" name="Google Shape;34;p7"/>
          <p:cNvSpPr txBox="1"/>
          <p:nvPr>
            <p:ph idx="1" type="subTitle"/>
          </p:nvPr>
        </p:nvSpPr>
        <p:spPr>
          <a:xfrm>
            <a:off x="509521" y="1401113"/>
            <a:ext cx="5120100" cy="1558200"/>
          </a:xfrm>
          <a:prstGeom prst="rect">
            <a:avLst/>
          </a:prstGeom>
        </p:spPr>
        <p:txBody>
          <a:bodyPr anchorCtr="0" anchor="t" bIns="34275" lIns="34275" spcFirstLastPara="1" rIns="34275" wrap="square" tIns="34275">
            <a:noAutofit/>
          </a:bodyPr>
          <a:lstStyle>
            <a:lvl1pPr lvl="0">
              <a:spcBef>
                <a:spcPts val="700"/>
              </a:spcBef>
              <a:spcAft>
                <a:spcPts val="0"/>
              </a:spcAft>
              <a:buNone/>
              <a:defRPr sz="2700">
                <a:solidFill>
                  <a:schemeClr val="lt1"/>
                </a:solidFill>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only">
  <p:cSld name="Custom Layout">
    <p:spTree>
      <p:nvGrpSpPr>
        <p:cNvPr id="35" name="Shape 35"/>
        <p:cNvGrpSpPr/>
        <p:nvPr/>
      </p:nvGrpSpPr>
      <p:grpSpPr>
        <a:xfrm>
          <a:off x="0" y="0"/>
          <a:ext cx="0" cy="0"/>
          <a:chOff x="0" y="0"/>
          <a:chExt cx="0" cy="0"/>
        </a:xfrm>
      </p:grpSpPr>
      <p:sp>
        <p:nvSpPr>
          <p:cNvPr id="36" name="Google Shape;36;p8"/>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37" name="Google Shape;37;p8"/>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ig Concept Slide">
  <p:cSld name="Slide with Placeholder">
    <p:spTree>
      <p:nvGrpSpPr>
        <p:cNvPr id="38" name="Shape 38"/>
        <p:cNvGrpSpPr/>
        <p:nvPr/>
      </p:nvGrpSpPr>
      <p:grpSpPr>
        <a:xfrm>
          <a:off x="0" y="0"/>
          <a:ext cx="0" cy="0"/>
          <a:chOff x="0" y="0"/>
          <a:chExt cx="0" cy="0"/>
        </a:xfrm>
      </p:grpSpPr>
      <p:sp>
        <p:nvSpPr>
          <p:cNvPr id="39" name="Google Shape;39;p9"/>
          <p:cNvSpPr txBox="1"/>
          <p:nvPr>
            <p:ph type="title"/>
          </p:nvPr>
        </p:nvSpPr>
        <p:spPr>
          <a:xfrm>
            <a:off x="509577" y="2245519"/>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40" name="Google Shape;40;p9"/>
          <p:cNvSpPr txBox="1"/>
          <p:nvPr>
            <p:ph idx="1" type="subTitle"/>
          </p:nvPr>
        </p:nvSpPr>
        <p:spPr>
          <a:xfrm>
            <a:off x="509577" y="3154509"/>
            <a:ext cx="6737700" cy="9531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p:cSld name="Large Picture with Logo">
    <p:spTree>
      <p:nvGrpSpPr>
        <p:cNvPr id="41" name="Shape 41"/>
        <p:cNvGrpSpPr/>
        <p:nvPr/>
      </p:nvGrpSpPr>
      <p:grpSpPr>
        <a:xfrm>
          <a:off x="0" y="0"/>
          <a:ext cx="0" cy="0"/>
          <a:chOff x="0" y="0"/>
          <a:chExt cx="0" cy="0"/>
        </a:xfrm>
      </p:grpSpPr>
      <p:sp>
        <p:nvSpPr>
          <p:cNvPr id="42" name="Google Shape;42;p10"/>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43" name="Google Shape;43;p10"/>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44" name="Google Shape;44;p10"/>
          <p:cNvPicPr preferRelativeResize="0"/>
          <p:nvPr/>
        </p:nvPicPr>
        <p:blipFill rotWithShape="1">
          <a:blip r:embed="rId2">
            <a:alphaModFix/>
          </a:blip>
          <a:srcRect b="2009" l="27412" r="6551" t="0"/>
          <a:stretch/>
        </p:blipFill>
        <p:spPr>
          <a:xfrm>
            <a:off x="7006675" y="-56025"/>
            <a:ext cx="2176574" cy="4846049"/>
          </a:xfrm>
          <a:prstGeom prst="rect">
            <a:avLst/>
          </a:prstGeom>
          <a:noFill/>
          <a:ln>
            <a:noFill/>
          </a:ln>
        </p:spPr>
      </p:pic>
      <p:sp>
        <p:nvSpPr>
          <p:cNvPr id="45" name="Google Shape;45;p10"/>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1">
  <p:cSld name="Large Picture with Logo_1">
    <p:spTree>
      <p:nvGrpSpPr>
        <p:cNvPr id="46" name="Shape 46"/>
        <p:cNvGrpSpPr/>
        <p:nvPr/>
      </p:nvGrpSpPr>
      <p:grpSpPr>
        <a:xfrm>
          <a:off x="0" y="0"/>
          <a:ext cx="0" cy="0"/>
          <a:chOff x="0" y="0"/>
          <a:chExt cx="0" cy="0"/>
        </a:xfrm>
      </p:grpSpPr>
      <p:sp>
        <p:nvSpPr>
          <p:cNvPr id="47" name="Google Shape;47;p11"/>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48" name="Google Shape;48;p11"/>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49" name="Google Shape;49;p11"/>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2">
  <p:cSld name="Large Picture with Logo_1_1">
    <p:spTree>
      <p:nvGrpSpPr>
        <p:cNvPr id="50" name="Shape 50"/>
        <p:cNvGrpSpPr/>
        <p:nvPr/>
      </p:nvGrpSpPr>
      <p:grpSpPr>
        <a:xfrm>
          <a:off x="0" y="0"/>
          <a:ext cx="0" cy="0"/>
          <a:chOff x="0" y="0"/>
          <a:chExt cx="0" cy="0"/>
        </a:xfrm>
      </p:grpSpPr>
      <p:sp>
        <p:nvSpPr>
          <p:cNvPr id="51" name="Google Shape;51;p12"/>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52" name="Google Shape;52;p12"/>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53" name="Google Shape;53;p12"/>
          <p:cNvPicPr preferRelativeResize="0"/>
          <p:nvPr/>
        </p:nvPicPr>
        <p:blipFill rotWithShape="1">
          <a:blip r:embed="rId2">
            <a:alphaModFix/>
          </a:blip>
          <a:srcRect b="0" l="27412" r="6551" t="0"/>
          <a:stretch/>
        </p:blipFill>
        <p:spPr>
          <a:xfrm>
            <a:off x="7006675" y="-57150"/>
            <a:ext cx="2137324" cy="4856125"/>
          </a:xfrm>
          <a:prstGeom prst="rect">
            <a:avLst/>
          </a:prstGeom>
          <a:noFill/>
          <a:ln>
            <a:noFill/>
          </a:ln>
        </p:spPr>
      </p:pic>
      <p:pic>
        <p:nvPicPr>
          <p:cNvPr id="54" name="Google Shape;54;p12"/>
          <p:cNvPicPr preferRelativeResize="0"/>
          <p:nvPr/>
        </p:nvPicPr>
        <p:blipFill rotWithShape="1">
          <a:blip r:embed="rId3">
            <a:alphaModFix/>
          </a:blip>
          <a:srcRect b="0" l="8950" r="0" t="0"/>
          <a:stretch/>
        </p:blipFill>
        <p:spPr>
          <a:xfrm>
            <a:off x="7006665" y="-57150"/>
            <a:ext cx="6633784" cy="4856124"/>
          </a:xfrm>
          <a:prstGeom prst="rect">
            <a:avLst/>
          </a:prstGeom>
          <a:noFill/>
          <a:ln>
            <a:noFill/>
          </a:ln>
        </p:spPr>
      </p:pic>
      <p:pic>
        <p:nvPicPr>
          <p:cNvPr id="55" name="Google Shape;55;p12"/>
          <p:cNvPicPr preferRelativeResize="0"/>
          <p:nvPr/>
        </p:nvPicPr>
        <p:blipFill rotWithShape="1">
          <a:blip r:embed="rId4">
            <a:alphaModFix/>
          </a:blip>
          <a:srcRect b="0" l="39028" r="0" t="0"/>
          <a:stretch/>
        </p:blipFill>
        <p:spPr>
          <a:xfrm>
            <a:off x="7006676" y="-57150"/>
            <a:ext cx="4442373" cy="4856124"/>
          </a:xfrm>
          <a:prstGeom prst="rect">
            <a:avLst/>
          </a:prstGeom>
          <a:noFill/>
          <a:ln>
            <a:noFill/>
          </a:ln>
        </p:spPr>
      </p:pic>
      <p:sp>
        <p:nvSpPr>
          <p:cNvPr id="56" name="Google Shape;56;p12"/>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3">
  <p:cSld name="Large Picture with Logo_1_1_1">
    <p:spTree>
      <p:nvGrpSpPr>
        <p:cNvPr id="57" name="Shape 57"/>
        <p:cNvGrpSpPr/>
        <p:nvPr/>
      </p:nvGrpSpPr>
      <p:grpSpPr>
        <a:xfrm>
          <a:off x="0" y="0"/>
          <a:ext cx="0" cy="0"/>
          <a:chOff x="0" y="0"/>
          <a:chExt cx="0" cy="0"/>
        </a:xfrm>
      </p:grpSpPr>
      <p:sp>
        <p:nvSpPr>
          <p:cNvPr id="58" name="Google Shape;58;p13"/>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59" name="Google Shape;59;p13"/>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60" name="Google Shape;60;p13"/>
          <p:cNvPicPr preferRelativeResize="0"/>
          <p:nvPr/>
        </p:nvPicPr>
        <p:blipFill rotWithShape="1">
          <a:blip r:embed="rId2">
            <a:alphaModFix/>
          </a:blip>
          <a:srcRect b="0" l="24210" r="1252" t="0"/>
          <a:stretch/>
        </p:blipFill>
        <p:spPr>
          <a:xfrm>
            <a:off x="7006675" y="-57150"/>
            <a:ext cx="5430948" cy="4856124"/>
          </a:xfrm>
          <a:prstGeom prst="rect">
            <a:avLst/>
          </a:prstGeom>
          <a:noFill/>
          <a:ln>
            <a:noFill/>
          </a:ln>
        </p:spPr>
      </p:pic>
      <p:sp>
        <p:nvSpPr>
          <p:cNvPr id="61" name="Google Shape;61;p13"/>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115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115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and Photo 4">
  <p:cSld name="Large Picture with Logo_1_1_1_1">
    <p:spTree>
      <p:nvGrpSpPr>
        <p:cNvPr id="62" name="Shape 62"/>
        <p:cNvGrpSpPr/>
        <p:nvPr/>
      </p:nvGrpSpPr>
      <p:grpSpPr>
        <a:xfrm>
          <a:off x="0" y="0"/>
          <a:ext cx="0" cy="0"/>
          <a:chOff x="0" y="0"/>
          <a:chExt cx="0" cy="0"/>
        </a:xfrm>
      </p:grpSpPr>
      <p:sp>
        <p:nvSpPr>
          <p:cNvPr id="63" name="Google Shape;63;p14"/>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64" name="Google Shape;64;p14"/>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pic>
        <p:nvPicPr>
          <p:cNvPr id="65" name="Google Shape;65;p14"/>
          <p:cNvPicPr preferRelativeResize="0"/>
          <p:nvPr/>
        </p:nvPicPr>
        <p:blipFill rotWithShape="1">
          <a:blip r:embed="rId2">
            <a:alphaModFix/>
          </a:blip>
          <a:srcRect b="0" l="34525" r="0" t="0"/>
          <a:stretch/>
        </p:blipFill>
        <p:spPr>
          <a:xfrm>
            <a:off x="7010075" y="-57150"/>
            <a:ext cx="2543048" cy="4856125"/>
          </a:xfrm>
          <a:prstGeom prst="rect">
            <a:avLst/>
          </a:prstGeom>
          <a:noFill/>
          <a:ln>
            <a:noFill/>
          </a:ln>
        </p:spPr>
      </p:pic>
      <p:sp>
        <p:nvSpPr>
          <p:cNvPr id="66" name="Google Shape;66;p14"/>
          <p:cNvSpPr txBox="1"/>
          <p:nvPr>
            <p:ph idx="2" type="body"/>
          </p:nvPr>
        </p:nvSpPr>
        <p:spPr>
          <a:xfrm>
            <a:off x="555675" y="1369225"/>
            <a:ext cx="59745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90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90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90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90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90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with Large Photo">
  <p:cSld name="3_Placeholder">
    <p:spTree>
      <p:nvGrpSpPr>
        <p:cNvPr id="67" name="Shape 67"/>
        <p:cNvGrpSpPr/>
        <p:nvPr/>
      </p:nvGrpSpPr>
      <p:grpSpPr>
        <a:xfrm>
          <a:off x="0" y="0"/>
          <a:ext cx="0" cy="0"/>
          <a:chOff x="0" y="0"/>
          <a:chExt cx="0" cy="0"/>
        </a:xfrm>
      </p:grpSpPr>
      <p:sp>
        <p:nvSpPr>
          <p:cNvPr id="68" name="Google Shape;68;p15"/>
          <p:cNvSpPr txBox="1"/>
          <p:nvPr>
            <p:ph type="title"/>
          </p:nvPr>
        </p:nvSpPr>
        <p:spPr>
          <a:xfrm>
            <a:off x="509577" y="702469"/>
            <a:ext cx="22071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2700"/>
              <a:buFont typeface="Playfair Display"/>
              <a:buNone/>
              <a:defRPr i="0" sz="27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69" name="Google Shape;69;p15"/>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0" name="Google Shape;70;p15"/>
          <p:cNvSpPr txBox="1"/>
          <p:nvPr>
            <p:ph idx="2" type="body"/>
          </p:nvPr>
        </p:nvSpPr>
        <p:spPr>
          <a:xfrm>
            <a:off x="509575" y="1902650"/>
            <a:ext cx="2253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ext with Large Photo 1">
  <p:cSld name="3_Placeholder_1">
    <p:spTree>
      <p:nvGrpSpPr>
        <p:cNvPr id="71" name="Shape 71"/>
        <p:cNvGrpSpPr/>
        <p:nvPr/>
      </p:nvGrpSpPr>
      <p:grpSpPr>
        <a:xfrm>
          <a:off x="0" y="0"/>
          <a:ext cx="0" cy="0"/>
          <a:chOff x="0" y="0"/>
          <a:chExt cx="0" cy="0"/>
        </a:xfrm>
      </p:grpSpPr>
      <p:sp>
        <p:nvSpPr>
          <p:cNvPr id="72" name="Google Shape;72;p16"/>
          <p:cNvSpPr txBox="1"/>
          <p:nvPr>
            <p:ph type="title"/>
          </p:nvPr>
        </p:nvSpPr>
        <p:spPr>
          <a:xfrm>
            <a:off x="509577" y="702469"/>
            <a:ext cx="22071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2700"/>
              <a:buFont typeface="Playfair Display"/>
              <a:buNone/>
              <a:defRPr i="0" sz="27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73" name="Google Shape;73;p16"/>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4" name="Google Shape;74;p16"/>
          <p:cNvSpPr txBox="1"/>
          <p:nvPr>
            <p:ph idx="2" type="body"/>
          </p:nvPr>
        </p:nvSpPr>
        <p:spPr>
          <a:xfrm>
            <a:off x="509575" y="1902650"/>
            <a:ext cx="22533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115000"/>
              </a:lnSpc>
              <a:spcBef>
                <a:spcPts val="700"/>
              </a:spcBef>
              <a:spcAft>
                <a:spcPts val="0"/>
              </a:spcAft>
              <a:buSzPts val="2200"/>
              <a:buFont typeface="Roboto Light"/>
              <a:buNone/>
              <a:defRPr i="0" sz="2200" u="none" cap="none" strike="noStrike">
                <a:latin typeface="Roboto Light"/>
                <a:ea typeface="Roboto Light"/>
                <a:cs typeface="Roboto Light"/>
                <a:sym typeface="Roboto Light"/>
              </a:defRPr>
            </a:lvl1pPr>
            <a:lvl2pPr indent="-228600" lvl="1" marL="914400" marR="0" algn="l">
              <a:lnSpc>
                <a:spcPct val="115000"/>
              </a:lnSpc>
              <a:spcBef>
                <a:spcPts val="400"/>
              </a:spcBef>
              <a:spcAft>
                <a:spcPts val="0"/>
              </a:spcAft>
              <a:buSzPts val="1800"/>
              <a:buFont typeface="Roboto Light"/>
              <a:buNone/>
              <a:defRPr i="0" sz="1800" u="none" cap="none" strike="noStrike">
                <a:latin typeface="Roboto Light"/>
                <a:ea typeface="Roboto Light"/>
                <a:cs typeface="Roboto Light"/>
                <a:sym typeface="Roboto Light"/>
              </a:defRPr>
            </a:lvl2pPr>
            <a:lvl3pPr indent="-228600" lvl="2" marL="1371600" marR="0" algn="l">
              <a:lnSpc>
                <a:spcPct val="115000"/>
              </a:lnSpc>
              <a:spcBef>
                <a:spcPts val="400"/>
              </a:spcBef>
              <a:spcAft>
                <a:spcPts val="0"/>
              </a:spcAft>
              <a:buSzPts val="1500"/>
              <a:buFont typeface="Roboto Light"/>
              <a:buNone/>
              <a:defRPr i="0" sz="1500" u="none" cap="none" strike="noStrike">
                <a:latin typeface="Roboto Light"/>
                <a:ea typeface="Roboto Light"/>
                <a:cs typeface="Roboto Light"/>
                <a:sym typeface="Roboto Light"/>
              </a:defRPr>
            </a:lvl3pPr>
            <a:lvl4pPr indent="-228600" lvl="3" marL="1828800" marR="0" algn="l">
              <a:lnSpc>
                <a:spcPct val="115000"/>
              </a:lnSpc>
              <a:spcBef>
                <a:spcPts val="400"/>
              </a:spcBef>
              <a:spcAft>
                <a:spcPts val="0"/>
              </a:spcAft>
              <a:buSzPts val="1300"/>
              <a:buFont typeface="Roboto Light"/>
              <a:buNone/>
              <a:defRPr i="0" sz="1300" u="none" cap="none" strike="noStrike">
                <a:latin typeface="Roboto Light"/>
                <a:ea typeface="Roboto Light"/>
                <a:cs typeface="Roboto Light"/>
                <a:sym typeface="Roboto Light"/>
              </a:defRPr>
            </a:lvl4pPr>
            <a:lvl5pPr indent="-228600" lvl="4" marL="2286000" marR="0" algn="l">
              <a:lnSpc>
                <a:spcPct val="115000"/>
              </a:lnSpc>
              <a:spcBef>
                <a:spcPts val="400"/>
              </a:spcBef>
              <a:spcAft>
                <a:spcPts val="0"/>
              </a:spcAft>
              <a:buSzPts val="1100"/>
              <a:buFont typeface="Roboto Light"/>
              <a:buNone/>
              <a:defRPr i="0" sz="1100" u="none" cap="none" strike="noStrike">
                <a:latin typeface="Roboto Light"/>
                <a:ea typeface="Roboto Light"/>
                <a:cs typeface="Roboto Light"/>
                <a:sym typeface="Roboto Light"/>
              </a:defRPr>
            </a:lvl5pPr>
            <a:lvl6pPr indent="-285750" lvl="5" marL="2743200" marR="0" algn="l">
              <a:lnSpc>
                <a:spcPct val="115000"/>
              </a:lnSpc>
              <a:spcBef>
                <a:spcPts val="400"/>
              </a:spcBef>
              <a:spcAft>
                <a:spcPts val="0"/>
              </a:spcAft>
              <a:buClr>
                <a:schemeClr val="dk2"/>
              </a:buClr>
              <a:buSzPts val="900"/>
              <a:buFont typeface="Roboto"/>
              <a:buChar char="•"/>
              <a:defRPr i="0" sz="900" u="none" cap="none" strike="noStrike">
                <a:solidFill>
                  <a:schemeClr val="dk2"/>
                </a:solidFill>
                <a:latin typeface="Roboto"/>
                <a:ea typeface="Roboto"/>
                <a:cs typeface="Roboto"/>
                <a:sym typeface="Roboto"/>
              </a:defRPr>
            </a:lvl6pPr>
            <a:lvl7pPr indent="-273050" lvl="6" marL="3200400" marR="0" algn="l">
              <a:lnSpc>
                <a:spcPct val="115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Single Statistic">
  <p:cSld name="1_Placeholder">
    <p:spTree>
      <p:nvGrpSpPr>
        <p:cNvPr id="75" name="Shape 75"/>
        <p:cNvGrpSpPr/>
        <p:nvPr/>
      </p:nvGrpSpPr>
      <p:grpSpPr>
        <a:xfrm>
          <a:off x="0" y="0"/>
          <a:ext cx="0" cy="0"/>
          <a:chOff x="0" y="0"/>
          <a:chExt cx="0" cy="0"/>
        </a:xfrm>
      </p:grpSpPr>
      <p:sp>
        <p:nvSpPr>
          <p:cNvPr id="76" name="Google Shape;76;p17"/>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7" name="Google Shape;77;p17"/>
          <p:cNvSpPr txBox="1"/>
          <p:nvPr>
            <p:ph type="title"/>
          </p:nvPr>
        </p:nvSpPr>
        <p:spPr>
          <a:xfrm>
            <a:off x="454066" y="1824338"/>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9400">
                <a:solidFill>
                  <a:schemeClr val="accent1"/>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78" name="Google Shape;78;p17"/>
          <p:cNvSpPr txBox="1"/>
          <p:nvPr>
            <p:ph idx="2" type="subTitle"/>
          </p:nvPr>
        </p:nvSpPr>
        <p:spPr>
          <a:xfrm>
            <a:off x="454066" y="3127509"/>
            <a:ext cx="8353200" cy="715200"/>
          </a:xfrm>
          <a:prstGeom prst="rect">
            <a:avLst/>
          </a:prstGeom>
        </p:spPr>
        <p:txBody>
          <a:bodyPr anchorCtr="0" anchor="t" bIns="34275" lIns="34275" spcFirstLastPara="1" rIns="34275" wrap="square" tIns="34275">
            <a:noAutofit/>
          </a:bodyPr>
          <a:lstStyle>
            <a:lvl1pPr lvl="0">
              <a:spcBef>
                <a:spcPts val="700"/>
              </a:spcBef>
              <a:spcAft>
                <a:spcPts val="0"/>
              </a:spcAft>
              <a:buNone/>
              <a:defRPr sz="1800">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79" name="Google Shape;79;p17"/>
          <p:cNvSpPr txBox="1"/>
          <p:nvPr>
            <p:ph idx="3" type="subTitle"/>
          </p:nvPr>
        </p:nvSpPr>
        <p:spPr>
          <a:xfrm>
            <a:off x="4838166" y="1824350"/>
            <a:ext cx="38664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80" name="Google Shape;80;p17"/>
          <p:cNvSpPr txBox="1"/>
          <p:nvPr>
            <p:ph idx="4" type="title"/>
          </p:nvPr>
        </p:nvSpPr>
        <p:spPr>
          <a:xfrm>
            <a:off x="509577" y="837514"/>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Multiple Statistics">
  <p:cSld name="1_Placeholder_1">
    <p:spTree>
      <p:nvGrpSpPr>
        <p:cNvPr id="81" name="Shape 81"/>
        <p:cNvGrpSpPr/>
        <p:nvPr/>
      </p:nvGrpSpPr>
      <p:grpSpPr>
        <a:xfrm>
          <a:off x="0" y="0"/>
          <a:ext cx="0" cy="0"/>
          <a:chOff x="0" y="0"/>
          <a:chExt cx="0" cy="0"/>
        </a:xfrm>
      </p:grpSpPr>
      <p:sp>
        <p:nvSpPr>
          <p:cNvPr id="82" name="Google Shape;82;p18"/>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83" name="Google Shape;83;p18"/>
          <p:cNvSpPr txBox="1"/>
          <p:nvPr>
            <p:ph type="title"/>
          </p:nvPr>
        </p:nvSpPr>
        <p:spPr>
          <a:xfrm>
            <a:off x="454066" y="759488"/>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7500">
                <a:solidFill>
                  <a:schemeClr val="accent1"/>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84" name="Google Shape;84;p18"/>
          <p:cNvSpPr txBox="1"/>
          <p:nvPr>
            <p:ph idx="2" type="subTitle"/>
          </p:nvPr>
        </p:nvSpPr>
        <p:spPr>
          <a:xfrm>
            <a:off x="4759893" y="759488"/>
            <a:ext cx="40083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lnSpc>
                <a:spcPct val="115000"/>
              </a:lnSpc>
              <a:spcBef>
                <a:spcPts val="700"/>
              </a:spcBef>
              <a:spcAft>
                <a:spcPts val="0"/>
              </a:spcAft>
              <a:buNone/>
              <a:defRPr/>
            </a:lvl2pPr>
            <a:lvl3pPr lvl="2">
              <a:lnSpc>
                <a:spcPct val="115000"/>
              </a:lnSpc>
              <a:spcBef>
                <a:spcPts val="700"/>
              </a:spcBef>
              <a:spcAft>
                <a:spcPts val="0"/>
              </a:spcAft>
              <a:buNone/>
              <a:defRPr/>
            </a:lvl3pPr>
            <a:lvl4pPr lvl="3">
              <a:lnSpc>
                <a:spcPct val="115000"/>
              </a:lnSpc>
              <a:spcBef>
                <a:spcPts val="700"/>
              </a:spcBef>
              <a:spcAft>
                <a:spcPts val="0"/>
              </a:spcAft>
              <a:buNone/>
              <a:defRPr/>
            </a:lvl4pPr>
            <a:lvl5pPr lvl="4">
              <a:lnSpc>
                <a:spcPct val="115000"/>
              </a:lnSpc>
              <a:spcBef>
                <a:spcPts val="700"/>
              </a:spcBef>
              <a:spcAft>
                <a:spcPts val="0"/>
              </a:spcAft>
              <a:buNone/>
              <a:defRPr/>
            </a:lvl5pPr>
            <a:lvl6pPr lvl="5">
              <a:lnSpc>
                <a:spcPct val="115000"/>
              </a:lnSpc>
              <a:spcBef>
                <a:spcPts val="700"/>
              </a:spcBef>
              <a:spcAft>
                <a:spcPts val="0"/>
              </a:spcAft>
              <a:buNone/>
              <a:defRPr/>
            </a:lvl6pPr>
            <a:lvl7pPr lvl="6">
              <a:lnSpc>
                <a:spcPct val="115000"/>
              </a:lnSpc>
              <a:spcBef>
                <a:spcPts val="700"/>
              </a:spcBef>
              <a:spcAft>
                <a:spcPts val="0"/>
              </a:spcAft>
              <a:buNone/>
              <a:defRPr/>
            </a:lvl7pPr>
            <a:lvl8pPr lvl="7">
              <a:lnSpc>
                <a:spcPct val="115000"/>
              </a:lnSpc>
              <a:spcBef>
                <a:spcPts val="700"/>
              </a:spcBef>
              <a:spcAft>
                <a:spcPts val="0"/>
              </a:spcAft>
              <a:buNone/>
              <a:defRPr/>
            </a:lvl8pPr>
            <a:lvl9pPr lvl="8">
              <a:lnSpc>
                <a:spcPct val="115000"/>
              </a:lnSpc>
              <a:spcBef>
                <a:spcPts val="700"/>
              </a:spcBef>
              <a:spcAft>
                <a:spcPts val="0"/>
              </a:spcAft>
              <a:buNone/>
              <a:defRPr/>
            </a:lvl9pPr>
          </a:lstStyle>
          <a:p/>
        </p:txBody>
      </p:sp>
      <p:sp>
        <p:nvSpPr>
          <p:cNvPr id="85" name="Google Shape;85;p18"/>
          <p:cNvSpPr txBox="1"/>
          <p:nvPr>
            <p:ph idx="3" type="title"/>
          </p:nvPr>
        </p:nvSpPr>
        <p:spPr>
          <a:xfrm>
            <a:off x="454066" y="2037533"/>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7500">
                <a:solidFill>
                  <a:schemeClr val="accent5"/>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86" name="Google Shape;86;p18"/>
          <p:cNvSpPr txBox="1"/>
          <p:nvPr>
            <p:ph idx="4" type="subTitle"/>
          </p:nvPr>
        </p:nvSpPr>
        <p:spPr>
          <a:xfrm>
            <a:off x="4759893" y="2037533"/>
            <a:ext cx="40083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lnSpc>
                <a:spcPct val="115000"/>
              </a:lnSpc>
              <a:spcBef>
                <a:spcPts val="700"/>
              </a:spcBef>
              <a:spcAft>
                <a:spcPts val="0"/>
              </a:spcAft>
              <a:buNone/>
              <a:defRPr/>
            </a:lvl2pPr>
            <a:lvl3pPr lvl="2">
              <a:lnSpc>
                <a:spcPct val="115000"/>
              </a:lnSpc>
              <a:spcBef>
                <a:spcPts val="700"/>
              </a:spcBef>
              <a:spcAft>
                <a:spcPts val="0"/>
              </a:spcAft>
              <a:buNone/>
              <a:defRPr/>
            </a:lvl3pPr>
            <a:lvl4pPr lvl="3">
              <a:lnSpc>
                <a:spcPct val="115000"/>
              </a:lnSpc>
              <a:spcBef>
                <a:spcPts val="700"/>
              </a:spcBef>
              <a:spcAft>
                <a:spcPts val="0"/>
              </a:spcAft>
              <a:buNone/>
              <a:defRPr/>
            </a:lvl4pPr>
            <a:lvl5pPr lvl="4">
              <a:lnSpc>
                <a:spcPct val="115000"/>
              </a:lnSpc>
              <a:spcBef>
                <a:spcPts val="700"/>
              </a:spcBef>
              <a:spcAft>
                <a:spcPts val="0"/>
              </a:spcAft>
              <a:buNone/>
              <a:defRPr/>
            </a:lvl5pPr>
            <a:lvl6pPr lvl="5">
              <a:lnSpc>
                <a:spcPct val="115000"/>
              </a:lnSpc>
              <a:spcBef>
                <a:spcPts val="700"/>
              </a:spcBef>
              <a:spcAft>
                <a:spcPts val="0"/>
              </a:spcAft>
              <a:buNone/>
              <a:defRPr/>
            </a:lvl6pPr>
            <a:lvl7pPr lvl="6">
              <a:lnSpc>
                <a:spcPct val="115000"/>
              </a:lnSpc>
              <a:spcBef>
                <a:spcPts val="700"/>
              </a:spcBef>
              <a:spcAft>
                <a:spcPts val="0"/>
              </a:spcAft>
              <a:buNone/>
              <a:defRPr/>
            </a:lvl7pPr>
            <a:lvl8pPr lvl="7">
              <a:lnSpc>
                <a:spcPct val="115000"/>
              </a:lnSpc>
              <a:spcBef>
                <a:spcPts val="700"/>
              </a:spcBef>
              <a:spcAft>
                <a:spcPts val="0"/>
              </a:spcAft>
              <a:buNone/>
              <a:defRPr/>
            </a:lvl8pPr>
            <a:lvl9pPr lvl="8">
              <a:lnSpc>
                <a:spcPct val="115000"/>
              </a:lnSpc>
              <a:spcBef>
                <a:spcPts val="700"/>
              </a:spcBef>
              <a:spcAft>
                <a:spcPts val="0"/>
              </a:spcAft>
              <a:buNone/>
              <a:defRPr/>
            </a:lvl9pPr>
          </a:lstStyle>
          <a:p/>
        </p:txBody>
      </p:sp>
      <p:sp>
        <p:nvSpPr>
          <p:cNvPr id="87" name="Google Shape;87;p18"/>
          <p:cNvSpPr txBox="1"/>
          <p:nvPr>
            <p:ph idx="5" type="title"/>
          </p:nvPr>
        </p:nvSpPr>
        <p:spPr>
          <a:xfrm>
            <a:off x="454066" y="3437708"/>
            <a:ext cx="4305900" cy="1385100"/>
          </a:xfrm>
          <a:prstGeom prst="rect">
            <a:avLst/>
          </a:prstGeom>
        </p:spPr>
        <p:txBody>
          <a:bodyPr anchorCtr="0" anchor="t" bIns="34275" lIns="34275" spcFirstLastPara="1" rIns="34275" wrap="square" tIns="34275">
            <a:noAutofit/>
          </a:bodyPr>
          <a:lstStyle>
            <a:lvl1pPr lvl="0">
              <a:spcBef>
                <a:spcPts val="0"/>
              </a:spcBef>
              <a:spcAft>
                <a:spcPts val="0"/>
              </a:spcAft>
              <a:buNone/>
              <a:defRPr sz="7500">
                <a:solidFill>
                  <a:schemeClr val="accent6"/>
                </a:solidFill>
                <a:latin typeface="Roboto Light"/>
                <a:ea typeface="Roboto Light"/>
                <a:cs typeface="Roboto Light"/>
                <a:sym typeface="Roboto Light"/>
              </a:defRPr>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88" name="Google Shape;88;p18"/>
          <p:cNvSpPr txBox="1"/>
          <p:nvPr>
            <p:ph idx="6" type="subTitle"/>
          </p:nvPr>
        </p:nvSpPr>
        <p:spPr>
          <a:xfrm>
            <a:off x="4759893" y="3437709"/>
            <a:ext cx="4008300" cy="1174500"/>
          </a:xfrm>
          <a:prstGeom prst="rect">
            <a:avLst/>
          </a:prstGeom>
        </p:spPr>
        <p:txBody>
          <a:bodyPr anchorCtr="0" anchor="t" bIns="34275" lIns="34275" spcFirstLastPara="1" rIns="34275" wrap="square" tIns="34275">
            <a:noAutofit/>
          </a:bodyPr>
          <a:lstStyle>
            <a:lvl1pPr lvl="0">
              <a:lnSpc>
                <a:spcPct val="115000"/>
              </a:lnSpc>
              <a:spcBef>
                <a:spcPts val="700"/>
              </a:spcBef>
              <a:spcAft>
                <a:spcPts val="0"/>
              </a:spcAft>
              <a:buNone/>
              <a:defRPr>
                <a:latin typeface="Roboto Light"/>
                <a:ea typeface="Roboto Light"/>
                <a:cs typeface="Roboto Light"/>
                <a:sym typeface="Roboto Light"/>
              </a:defRPr>
            </a:lvl1pPr>
            <a:lvl2pPr lvl="1">
              <a:lnSpc>
                <a:spcPct val="115000"/>
              </a:lnSpc>
              <a:spcBef>
                <a:spcPts val="700"/>
              </a:spcBef>
              <a:spcAft>
                <a:spcPts val="0"/>
              </a:spcAft>
              <a:buNone/>
              <a:defRPr/>
            </a:lvl2pPr>
            <a:lvl3pPr lvl="2">
              <a:lnSpc>
                <a:spcPct val="115000"/>
              </a:lnSpc>
              <a:spcBef>
                <a:spcPts val="700"/>
              </a:spcBef>
              <a:spcAft>
                <a:spcPts val="0"/>
              </a:spcAft>
              <a:buNone/>
              <a:defRPr/>
            </a:lvl3pPr>
            <a:lvl4pPr lvl="3">
              <a:lnSpc>
                <a:spcPct val="115000"/>
              </a:lnSpc>
              <a:spcBef>
                <a:spcPts val="700"/>
              </a:spcBef>
              <a:spcAft>
                <a:spcPts val="0"/>
              </a:spcAft>
              <a:buNone/>
              <a:defRPr/>
            </a:lvl4pPr>
            <a:lvl5pPr lvl="4">
              <a:lnSpc>
                <a:spcPct val="115000"/>
              </a:lnSpc>
              <a:spcBef>
                <a:spcPts val="700"/>
              </a:spcBef>
              <a:spcAft>
                <a:spcPts val="0"/>
              </a:spcAft>
              <a:buNone/>
              <a:defRPr/>
            </a:lvl5pPr>
            <a:lvl6pPr lvl="5">
              <a:lnSpc>
                <a:spcPct val="115000"/>
              </a:lnSpc>
              <a:spcBef>
                <a:spcPts val="700"/>
              </a:spcBef>
              <a:spcAft>
                <a:spcPts val="0"/>
              </a:spcAft>
              <a:buNone/>
              <a:defRPr/>
            </a:lvl6pPr>
            <a:lvl7pPr lvl="6">
              <a:lnSpc>
                <a:spcPct val="115000"/>
              </a:lnSpc>
              <a:spcBef>
                <a:spcPts val="700"/>
              </a:spcBef>
              <a:spcAft>
                <a:spcPts val="0"/>
              </a:spcAft>
              <a:buNone/>
              <a:defRPr/>
            </a:lvl7pPr>
            <a:lvl8pPr lvl="7">
              <a:lnSpc>
                <a:spcPct val="115000"/>
              </a:lnSpc>
              <a:spcBef>
                <a:spcPts val="700"/>
              </a:spcBef>
              <a:spcAft>
                <a:spcPts val="0"/>
              </a:spcAft>
              <a:buNone/>
              <a:defRPr/>
            </a:lvl8pPr>
            <a:lvl9pPr lvl="8">
              <a:lnSpc>
                <a:spcPct val="115000"/>
              </a:lnSpc>
              <a:spcBef>
                <a:spcPts val="700"/>
              </a:spcBef>
              <a:spcAft>
                <a:spcPts val="0"/>
              </a:spcAft>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Quote">
  <p:cSld name="CUSTOM">
    <p:spTree>
      <p:nvGrpSpPr>
        <p:cNvPr id="89" name="Shape 89"/>
        <p:cNvGrpSpPr/>
        <p:nvPr/>
      </p:nvGrpSpPr>
      <p:grpSpPr>
        <a:xfrm>
          <a:off x="0" y="0"/>
          <a:ext cx="0" cy="0"/>
          <a:chOff x="0" y="0"/>
          <a:chExt cx="0" cy="0"/>
        </a:xfrm>
      </p:grpSpPr>
      <p:sp>
        <p:nvSpPr>
          <p:cNvPr id="90" name="Google Shape;90;p19"/>
          <p:cNvSpPr txBox="1"/>
          <p:nvPr>
            <p:ph idx="1" type="subTitle"/>
          </p:nvPr>
        </p:nvSpPr>
        <p:spPr>
          <a:xfrm>
            <a:off x="509577" y="219225"/>
            <a:ext cx="3773400" cy="219300"/>
          </a:xfrm>
          <a:prstGeom prst="rect">
            <a:avLst/>
          </a:prstGeom>
        </p:spPr>
        <p:txBody>
          <a:bodyPr anchorCtr="0" anchor="t" bIns="34275" lIns="34275" spcFirstLastPara="1" rIns="34275" wrap="square" tIns="34275">
            <a:noAutofit/>
          </a:bodyPr>
          <a:lstStyle>
            <a:lvl1pPr lvl="0">
              <a:spcBef>
                <a:spcPts val="700"/>
              </a:spcBef>
              <a:spcAft>
                <a:spcPts val="0"/>
              </a:spcAft>
              <a:buNone/>
              <a:defRPr b="1"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
        <p:nvSpPr>
          <p:cNvPr id="91" name="Google Shape;91;p19"/>
          <p:cNvSpPr/>
          <p:nvPr/>
        </p:nvSpPr>
        <p:spPr>
          <a:xfrm>
            <a:off x="5748887" y="1561152"/>
            <a:ext cx="1718100" cy="219300"/>
          </a:xfrm>
          <a:prstGeom prst="rect">
            <a:avLst/>
          </a:prstGeom>
          <a:solidFill>
            <a:srgbClr val="738D33"/>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2" name="Google Shape;92;p19"/>
          <p:cNvSpPr/>
          <p:nvPr/>
        </p:nvSpPr>
        <p:spPr>
          <a:xfrm>
            <a:off x="7467434" y="1561152"/>
            <a:ext cx="1718100" cy="219300"/>
          </a:xfrm>
          <a:prstGeom prst="rect">
            <a:avLst/>
          </a:prstGeom>
          <a:solidFill>
            <a:srgbClr val="625578"/>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3" name="Google Shape;93;p19"/>
          <p:cNvSpPr/>
          <p:nvPr/>
        </p:nvSpPr>
        <p:spPr>
          <a:xfrm>
            <a:off x="0" y="1561152"/>
            <a:ext cx="1718100" cy="219300"/>
          </a:xfrm>
          <a:prstGeom prst="rect">
            <a:avLst/>
          </a:prstGeom>
          <a:solidFill>
            <a:srgbClr val="FFB60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4" name="Google Shape;94;p19"/>
          <p:cNvSpPr/>
          <p:nvPr/>
        </p:nvSpPr>
        <p:spPr>
          <a:xfrm>
            <a:off x="1718076" y="1561152"/>
            <a:ext cx="1718100" cy="219300"/>
          </a:xfrm>
          <a:prstGeom prst="rect">
            <a:avLst/>
          </a:prstGeom>
          <a:solidFill>
            <a:srgbClr val="498DA0"/>
          </a:solidFill>
          <a:ln>
            <a:noFill/>
          </a:ln>
        </p:spPr>
        <p:txBody>
          <a:bodyPr anchorCtr="0" anchor="ctr" bIns="34275" lIns="34275" spcFirstLastPara="1" rIns="34275" wrap="square" tIns="34275">
            <a:noAutofit/>
          </a:bodyPr>
          <a:lstStyle/>
          <a:p>
            <a:pPr indent="0" lvl="0" marL="0" rtl="0" algn="l">
              <a:spcBef>
                <a:spcPts val="0"/>
              </a:spcBef>
              <a:spcAft>
                <a:spcPts val="0"/>
              </a:spcAft>
              <a:buNone/>
            </a:pPr>
            <a:r>
              <a:t/>
            </a:r>
            <a:endParaRPr/>
          </a:p>
        </p:txBody>
      </p:sp>
      <p:sp>
        <p:nvSpPr>
          <p:cNvPr id="95" name="Google Shape;95;p19"/>
          <p:cNvSpPr txBox="1"/>
          <p:nvPr/>
        </p:nvSpPr>
        <p:spPr>
          <a:xfrm>
            <a:off x="3589051" y="975950"/>
            <a:ext cx="1965900" cy="875400"/>
          </a:xfrm>
          <a:prstGeom prst="rect">
            <a:avLst/>
          </a:prstGeom>
          <a:noFill/>
          <a:ln>
            <a:noFill/>
          </a:ln>
        </p:spPr>
        <p:txBody>
          <a:bodyPr anchorCtr="0" anchor="t" bIns="34275" lIns="34275" spcFirstLastPara="1" rIns="34275" wrap="square" tIns="34275">
            <a:noAutofit/>
          </a:bodyPr>
          <a:lstStyle/>
          <a:p>
            <a:pPr indent="0" lvl="0" marL="0" rtl="0" algn="ctr">
              <a:spcBef>
                <a:spcPts val="0"/>
              </a:spcBef>
              <a:spcAft>
                <a:spcPts val="0"/>
              </a:spcAft>
              <a:buNone/>
            </a:pPr>
            <a:r>
              <a:rPr b="1" lang="en" sz="12000">
                <a:solidFill>
                  <a:srgbClr val="818387"/>
                </a:solidFill>
              </a:rPr>
              <a:t>“</a:t>
            </a:r>
            <a:endParaRPr b="1" sz="12000">
              <a:solidFill>
                <a:srgbClr val="818387"/>
              </a:solidFill>
            </a:endParaRPr>
          </a:p>
        </p:txBody>
      </p:sp>
      <p:sp>
        <p:nvSpPr>
          <p:cNvPr id="96" name="Google Shape;96;p19"/>
          <p:cNvSpPr txBox="1"/>
          <p:nvPr>
            <p:ph type="title"/>
          </p:nvPr>
        </p:nvSpPr>
        <p:spPr>
          <a:xfrm>
            <a:off x="1682308" y="2130769"/>
            <a:ext cx="5779500" cy="1962600"/>
          </a:xfrm>
          <a:prstGeom prst="rect">
            <a:avLst/>
          </a:prstGeom>
        </p:spPr>
        <p:txBody>
          <a:bodyPr anchorCtr="0" anchor="t" bIns="34275" lIns="34275" spcFirstLastPara="1" rIns="34275" wrap="square" tIns="34275">
            <a:noAutofit/>
          </a:bodyPr>
          <a:lstStyle>
            <a:lvl1pPr lvl="0" algn="ctr">
              <a:spcBef>
                <a:spcPts val="0"/>
              </a:spcBef>
              <a:spcAft>
                <a:spcPts val="0"/>
              </a:spcAft>
              <a:buNone/>
              <a:defRPr sz="4500"/>
            </a:lvl1pPr>
            <a:lvl2pPr lvl="1">
              <a:spcBef>
                <a:spcPts val="0"/>
              </a:spcBef>
              <a:spcAft>
                <a:spcPts val="0"/>
              </a:spcAft>
              <a:buNone/>
              <a:defRPr>
                <a:latin typeface="Roboto"/>
                <a:ea typeface="Roboto"/>
                <a:cs typeface="Roboto"/>
                <a:sym typeface="Roboto"/>
              </a:defRPr>
            </a:lvl2pPr>
            <a:lvl3pPr lvl="2">
              <a:spcBef>
                <a:spcPts val="0"/>
              </a:spcBef>
              <a:spcAft>
                <a:spcPts val="0"/>
              </a:spcAft>
              <a:buNone/>
              <a:defRPr>
                <a:latin typeface="Roboto"/>
                <a:ea typeface="Roboto"/>
                <a:cs typeface="Roboto"/>
                <a:sym typeface="Roboto"/>
              </a:defRPr>
            </a:lvl3pPr>
            <a:lvl4pPr lvl="3">
              <a:spcBef>
                <a:spcPts val="0"/>
              </a:spcBef>
              <a:spcAft>
                <a:spcPts val="0"/>
              </a:spcAft>
              <a:buNone/>
              <a:defRPr>
                <a:latin typeface="Roboto"/>
                <a:ea typeface="Roboto"/>
                <a:cs typeface="Roboto"/>
                <a:sym typeface="Roboto"/>
              </a:defRPr>
            </a:lvl4pPr>
            <a:lvl5pPr lvl="4">
              <a:spcBef>
                <a:spcPts val="0"/>
              </a:spcBef>
              <a:spcAft>
                <a:spcPts val="0"/>
              </a:spcAft>
              <a:buNone/>
              <a:defRPr>
                <a:latin typeface="Roboto"/>
                <a:ea typeface="Roboto"/>
                <a:cs typeface="Roboto"/>
                <a:sym typeface="Roboto"/>
              </a:defRPr>
            </a:lvl5pPr>
            <a:lvl6pPr lvl="5">
              <a:spcBef>
                <a:spcPts val="0"/>
              </a:spcBef>
              <a:spcAft>
                <a:spcPts val="0"/>
              </a:spcAft>
              <a:buNone/>
              <a:defRPr>
                <a:latin typeface="Roboto"/>
                <a:ea typeface="Roboto"/>
                <a:cs typeface="Roboto"/>
                <a:sym typeface="Roboto"/>
              </a:defRPr>
            </a:lvl6pPr>
            <a:lvl7pPr lvl="6">
              <a:spcBef>
                <a:spcPts val="0"/>
              </a:spcBef>
              <a:spcAft>
                <a:spcPts val="0"/>
              </a:spcAft>
              <a:buNone/>
              <a:defRPr>
                <a:latin typeface="Roboto"/>
                <a:ea typeface="Roboto"/>
                <a:cs typeface="Roboto"/>
                <a:sym typeface="Roboto"/>
              </a:defRPr>
            </a:lvl7pPr>
            <a:lvl8pPr lvl="7">
              <a:spcBef>
                <a:spcPts val="0"/>
              </a:spcBef>
              <a:spcAft>
                <a:spcPts val="0"/>
              </a:spcAft>
              <a:buNone/>
              <a:defRPr>
                <a:latin typeface="Roboto"/>
                <a:ea typeface="Roboto"/>
                <a:cs typeface="Roboto"/>
                <a:sym typeface="Roboto"/>
              </a:defRPr>
            </a:lvl8pPr>
            <a:lvl9pPr lvl="8">
              <a:spcBef>
                <a:spcPts val="0"/>
              </a:spcBef>
              <a:spcAft>
                <a:spcPts val="0"/>
              </a:spcAft>
              <a:buNone/>
              <a:defRPr>
                <a:latin typeface="Roboto"/>
                <a:ea typeface="Roboto"/>
                <a:cs typeface="Roboto"/>
                <a:sym typeface="Roboto"/>
              </a:defRPr>
            </a:lvl9pPr>
          </a:lstStyle>
          <a:p/>
        </p:txBody>
      </p:sp>
      <p:sp>
        <p:nvSpPr>
          <p:cNvPr id="97" name="Google Shape;97;p19"/>
          <p:cNvSpPr txBox="1"/>
          <p:nvPr>
            <p:ph idx="2" type="subTitle"/>
          </p:nvPr>
        </p:nvSpPr>
        <p:spPr>
          <a:xfrm>
            <a:off x="3300470" y="3999056"/>
            <a:ext cx="2543100" cy="384600"/>
          </a:xfrm>
          <a:prstGeom prst="rect">
            <a:avLst/>
          </a:prstGeom>
        </p:spPr>
        <p:txBody>
          <a:bodyPr anchorCtr="0" anchor="t" bIns="34275" lIns="34275" spcFirstLastPara="1" rIns="34275" wrap="square" tIns="34275">
            <a:noAutofit/>
          </a:bodyPr>
          <a:lstStyle>
            <a:lvl1pPr lvl="0" algn="ctr">
              <a:spcBef>
                <a:spcPts val="700"/>
              </a:spcBef>
              <a:spcAft>
                <a:spcPts val="0"/>
              </a:spcAft>
              <a:buNone/>
              <a:defRPr sz="1100"/>
            </a:lvl1pPr>
            <a:lvl2pPr lvl="1">
              <a:spcBef>
                <a:spcPts val="700"/>
              </a:spcBef>
              <a:spcAft>
                <a:spcPts val="0"/>
              </a:spcAft>
              <a:buNone/>
              <a:defRPr/>
            </a:lvl2pPr>
            <a:lvl3pPr lvl="2">
              <a:spcBef>
                <a:spcPts val="700"/>
              </a:spcBef>
              <a:spcAft>
                <a:spcPts val="0"/>
              </a:spcAft>
              <a:buNone/>
              <a:defRPr/>
            </a:lvl3pPr>
            <a:lvl4pPr lvl="3">
              <a:spcBef>
                <a:spcPts val="700"/>
              </a:spcBef>
              <a:spcAft>
                <a:spcPts val="0"/>
              </a:spcAft>
              <a:buNone/>
              <a:defRPr/>
            </a:lvl4pPr>
            <a:lvl5pPr lvl="4">
              <a:spcBef>
                <a:spcPts val="700"/>
              </a:spcBef>
              <a:spcAft>
                <a:spcPts val="0"/>
              </a:spcAft>
              <a:buNone/>
              <a:defRPr/>
            </a:lvl5pPr>
            <a:lvl6pPr lvl="5">
              <a:spcBef>
                <a:spcPts val="700"/>
              </a:spcBef>
              <a:spcAft>
                <a:spcPts val="0"/>
              </a:spcAft>
              <a:buNone/>
              <a:defRPr/>
            </a:lvl6pPr>
            <a:lvl7pPr lvl="6">
              <a:spcBef>
                <a:spcPts val="700"/>
              </a:spcBef>
              <a:spcAft>
                <a:spcPts val="0"/>
              </a:spcAft>
              <a:buNone/>
              <a:defRPr/>
            </a:lvl7pPr>
            <a:lvl8pPr lvl="7">
              <a:spcBef>
                <a:spcPts val="700"/>
              </a:spcBef>
              <a:spcAft>
                <a:spcPts val="0"/>
              </a:spcAft>
              <a:buNone/>
              <a:defRPr/>
            </a:lvl8pPr>
            <a:lvl9pPr lvl="8">
              <a:spcBef>
                <a:spcPts val="700"/>
              </a:spcBef>
              <a:spcAft>
                <a:spcPts val="0"/>
              </a:spcAft>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Title Slide" showMasterSp="0">
  <p:cSld name="13_Title Slide">
    <p:spTree>
      <p:nvGrpSpPr>
        <p:cNvPr id="98" name="Shape 98"/>
        <p:cNvGrpSpPr/>
        <p:nvPr/>
      </p:nvGrpSpPr>
      <p:grpSpPr>
        <a:xfrm>
          <a:off x="0" y="0"/>
          <a:ext cx="0" cy="0"/>
          <a:chOff x="0" y="0"/>
          <a:chExt cx="0" cy="0"/>
        </a:xfrm>
      </p:grpSpPr>
      <p:sp>
        <p:nvSpPr>
          <p:cNvPr id="99" name="Google Shape;99;p20"/>
          <p:cNvSpPr/>
          <p:nvPr>
            <p:ph idx="2" type="pic"/>
          </p:nvPr>
        </p:nvSpPr>
        <p:spPr>
          <a:xfrm>
            <a:off x="192505" y="514350"/>
            <a:ext cx="1600200" cy="4629300"/>
          </a:xfrm>
          <a:prstGeom prst="rect">
            <a:avLst/>
          </a:prstGeom>
          <a:noFill/>
          <a:ln>
            <a:noFill/>
          </a:ln>
        </p:spPr>
      </p:sp>
      <p:sp>
        <p:nvSpPr>
          <p:cNvPr id="100" name="Google Shape;100;p20"/>
          <p:cNvSpPr/>
          <p:nvPr>
            <p:ph idx="3" type="pic"/>
          </p:nvPr>
        </p:nvSpPr>
        <p:spPr>
          <a:xfrm>
            <a:off x="1997242" y="0"/>
            <a:ext cx="1600200" cy="4629300"/>
          </a:xfrm>
          <a:prstGeom prst="rect">
            <a:avLst/>
          </a:prstGeom>
          <a:noFill/>
          <a:ln>
            <a:noFill/>
          </a:ln>
        </p:spPr>
      </p:sp>
      <p:sp>
        <p:nvSpPr>
          <p:cNvPr id="101" name="Google Shape;101;p20"/>
          <p:cNvSpPr/>
          <p:nvPr>
            <p:ph idx="4" type="pic"/>
          </p:nvPr>
        </p:nvSpPr>
        <p:spPr>
          <a:xfrm>
            <a:off x="3801980" y="514350"/>
            <a:ext cx="1600200" cy="4629300"/>
          </a:xfrm>
          <a:prstGeom prst="rect">
            <a:avLst/>
          </a:prstGeom>
          <a:noFill/>
          <a:ln>
            <a:noFill/>
          </a:ln>
        </p:spPr>
      </p:sp>
      <p:sp>
        <p:nvSpPr>
          <p:cNvPr id="102" name="Google Shape;102;p20"/>
          <p:cNvSpPr/>
          <p:nvPr>
            <p:ph idx="5" type="pic"/>
          </p:nvPr>
        </p:nvSpPr>
        <p:spPr>
          <a:xfrm>
            <a:off x="5606716" y="0"/>
            <a:ext cx="1600200" cy="4629300"/>
          </a:xfrm>
          <a:prstGeom prst="rect">
            <a:avLst/>
          </a:prstGeom>
          <a:noFill/>
          <a:ln>
            <a:noFill/>
          </a:ln>
        </p:spPr>
      </p:sp>
      <p:sp>
        <p:nvSpPr>
          <p:cNvPr id="103" name="Google Shape;103;p20"/>
          <p:cNvSpPr/>
          <p:nvPr>
            <p:ph idx="6" type="pic"/>
          </p:nvPr>
        </p:nvSpPr>
        <p:spPr>
          <a:xfrm>
            <a:off x="7411453" y="514350"/>
            <a:ext cx="1600200" cy="4629300"/>
          </a:xfrm>
          <a:prstGeom prst="rect">
            <a:avLst/>
          </a:prstGeom>
          <a:noFill/>
          <a:ln>
            <a:noFill/>
          </a:ln>
        </p:spPr>
      </p:sp>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ver Page 1">
  <p:cSld name="1_Cover Page">
    <p:spTree>
      <p:nvGrpSpPr>
        <p:cNvPr id="104" name="Shape 104"/>
        <p:cNvGrpSpPr/>
        <p:nvPr/>
      </p:nvGrpSpPr>
      <p:grpSpPr>
        <a:xfrm>
          <a:off x="0" y="0"/>
          <a:ext cx="0" cy="0"/>
          <a:chOff x="0" y="0"/>
          <a:chExt cx="0" cy="0"/>
        </a:xfrm>
      </p:grpSpPr>
      <p:sp>
        <p:nvSpPr>
          <p:cNvPr id="105" name="Google Shape;105;p21"/>
          <p:cNvSpPr/>
          <p:nvPr/>
        </p:nvSpPr>
        <p:spPr>
          <a:xfrm>
            <a:off x="-53437" y="3390300"/>
            <a:ext cx="9197400" cy="1753200"/>
          </a:xfrm>
          <a:prstGeom prst="rect">
            <a:avLst/>
          </a:prstGeom>
          <a:solidFill>
            <a:srgbClr val="FFFFF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400" u="none" cap="none" strike="noStrike">
              <a:solidFill>
                <a:srgbClr val="000000"/>
              </a:solidFill>
              <a:latin typeface="Arial"/>
              <a:ea typeface="Arial"/>
              <a:cs typeface="Arial"/>
              <a:sym typeface="Arial"/>
            </a:endParaRPr>
          </a:p>
        </p:txBody>
      </p:sp>
      <p:pic>
        <p:nvPicPr>
          <p:cNvPr id="106" name="Google Shape;106;p21"/>
          <p:cNvPicPr preferRelativeResize="0"/>
          <p:nvPr/>
        </p:nvPicPr>
        <p:blipFill rotWithShape="1">
          <a:blip r:embed="rId2">
            <a:alphaModFix/>
          </a:blip>
          <a:srcRect b="13732" l="0" r="-563" t="43844"/>
          <a:stretch/>
        </p:blipFill>
        <p:spPr>
          <a:xfrm>
            <a:off x="-53437" y="-70462"/>
            <a:ext cx="9250875" cy="3460759"/>
          </a:xfrm>
          <a:prstGeom prst="rect">
            <a:avLst/>
          </a:prstGeom>
          <a:noFill/>
          <a:ln>
            <a:noFill/>
          </a:ln>
        </p:spPr>
      </p:pic>
      <p:sp>
        <p:nvSpPr>
          <p:cNvPr id="107" name="Google Shape;107;p21"/>
          <p:cNvSpPr txBox="1"/>
          <p:nvPr>
            <p:ph type="title"/>
          </p:nvPr>
        </p:nvSpPr>
        <p:spPr>
          <a:xfrm>
            <a:off x="493923" y="976378"/>
            <a:ext cx="8005800" cy="1824300"/>
          </a:xfrm>
          <a:prstGeom prst="rect">
            <a:avLst/>
          </a:prstGeom>
          <a:noFill/>
          <a:ln>
            <a:noFill/>
          </a:ln>
        </p:spPr>
        <p:txBody>
          <a:bodyPr anchorCtr="0" anchor="ctr" bIns="25700" lIns="25700" spcFirstLastPara="1" rIns="25700" wrap="square" tIns="25700">
            <a:normAutofit/>
          </a:bodyPr>
          <a:lstStyle>
            <a:lvl1pPr lvl="0" marR="0" algn="l">
              <a:lnSpc>
                <a:spcPct val="90000"/>
              </a:lnSpc>
              <a:spcBef>
                <a:spcPts val="0"/>
              </a:spcBef>
              <a:spcAft>
                <a:spcPts val="0"/>
              </a:spcAft>
              <a:buClr>
                <a:srgbClr val="FFFFFF"/>
              </a:buClr>
              <a:buSzPts val="2700"/>
              <a:buFont typeface="Playfair Display"/>
              <a:buNone/>
              <a:defRPr i="0" sz="3600" u="none" cap="none" strike="noStrike">
                <a:solidFill>
                  <a:srgbClr val="FFFFFF"/>
                </a:solidFill>
                <a:latin typeface="Playfair Display"/>
                <a:ea typeface="Playfair Display"/>
                <a:cs typeface="Playfair Display"/>
                <a:sym typeface="Playfair Display"/>
              </a:defRPr>
            </a:lvl1pPr>
            <a:lvl2pPr lvl="1" algn="l">
              <a:lnSpc>
                <a:spcPct val="100000"/>
              </a:lnSpc>
              <a:spcBef>
                <a:spcPts val="0"/>
              </a:spcBef>
              <a:spcAft>
                <a:spcPts val="0"/>
              </a:spcAft>
              <a:buSzPts val="500"/>
              <a:buFont typeface="Arial"/>
              <a:buNone/>
              <a:defRPr sz="700"/>
            </a:lvl2pPr>
            <a:lvl3pPr lvl="2" algn="l">
              <a:lnSpc>
                <a:spcPct val="100000"/>
              </a:lnSpc>
              <a:spcBef>
                <a:spcPts val="0"/>
              </a:spcBef>
              <a:spcAft>
                <a:spcPts val="0"/>
              </a:spcAft>
              <a:buSzPts val="500"/>
              <a:buFont typeface="Arial"/>
              <a:buNone/>
              <a:defRPr sz="700"/>
            </a:lvl3pPr>
            <a:lvl4pPr lvl="3" algn="l">
              <a:lnSpc>
                <a:spcPct val="100000"/>
              </a:lnSpc>
              <a:spcBef>
                <a:spcPts val="0"/>
              </a:spcBef>
              <a:spcAft>
                <a:spcPts val="0"/>
              </a:spcAft>
              <a:buSzPts val="500"/>
              <a:buFont typeface="Arial"/>
              <a:buNone/>
              <a:defRPr sz="700"/>
            </a:lvl4pPr>
            <a:lvl5pPr lvl="4" algn="l">
              <a:lnSpc>
                <a:spcPct val="100000"/>
              </a:lnSpc>
              <a:spcBef>
                <a:spcPts val="0"/>
              </a:spcBef>
              <a:spcAft>
                <a:spcPts val="0"/>
              </a:spcAft>
              <a:buSzPts val="500"/>
              <a:buFont typeface="Arial"/>
              <a:buNone/>
              <a:defRPr sz="700"/>
            </a:lvl5pPr>
            <a:lvl6pPr lvl="5" algn="l">
              <a:lnSpc>
                <a:spcPct val="100000"/>
              </a:lnSpc>
              <a:spcBef>
                <a:spcPts val="0"/>
              </a:spcBef>
              <a:spcAft>
                <a:spcPts val="0"/>
              </a:spcAft>
              <a:buSzPts val="500"/>
              <a:buFont typeface="Arial"/>
              <a:buNone/>
              <a:defRPr sz="700"/>
            </a:lvl6pPr>
            <a:lvl7pPr lvl="6" algn="l">
              <a:lnSpc>
                <a:spcPct val="100000"/>
              </a:lnSpc>
              <a:spcBef>
                <a:spcPts val="0"/>
              </a:spcBef>
              <a:spcAft>
                <a:spcPts val="0"/>
              </a:spcAft>
              <a:buSzPts val="500"/>
              <a:buFont typeface="Arial"/>
              <a:buNone/>
              <a:defRPr sz="700"/>
            </a:lvl7pPr>
            <a:lvl8pPr lvl="7" algn="l">
              <a:lnSpc>
                <a:spcPct val="100000"/>
              </a:lnSpc>
              <a:spcBef>
                <a:spcPts val="0"/>
              </a:spcBef>
              <a:spcAft>
                <a:spcPts val="0"/>
              </a:spcAft>
              <a:buSzPts val="500"/>
              <a:buFont typeface="Arial"/>
              <a:buNone/>
              <a:defRPr sz="700"/>
            </a:lvl8pPr>
            <a:lvl9pPr lvl="8" algn="l">
              <a:lnSpc>
                <a:spcPct val="100000"/>
              </a:lnSpc>
              <a:spcBef>
                <a:spcPts val="0"/>
              </a:spcBef>
              <a:spcAft>
                <a:spcPts val="0"/>
              </a:spcAft>
              <a:buSzPts val="500"/>
              <a:buFont typeface="Arial"/>
              <a:buNone/>
              <a:defRPr sz="700"/>
            </a:lvl9pPr>
          </a:lstStyle>
          <a:p/>
        </p:txBody>
      </p:sp>
      <p:sp>
        <p:nvSpPr>
          <p:cNvPr id="108" name="Google Shape;108;p21"/>
          <p:cNvSpPr txBox="1"/>
          <p:nvPr>
            <p:ph idx="1" type="subTitle"/>
          </p:nvPr>
        </p:nvSpPr>
        <p:spPr>
          <a:xfrm>
            <a:off x="493926" y="3549825"/>
            <a:ext cx="7661100" cy="970800"/>
          </a:xfrm>
          <a:prstGeom prst="rect">
            <a:avLst/>
          </a:prstGeom>
          <a:noFill/>
          <a:ln>
            <a:noFill/>
          </a:ln>
        </p:spPr>
        <p:txBody>
          <a:bodyPr anchorCtr="0" anchor="t" bIns="68575" lIns="68575" spcFirstLastPara="1" rIns="68575" wrap="square" tIns="68575">
            <a:normAutofit/>
          </a:bodyPr>
          <a:lstStyle>
            <a:lvl1pPr lvl="0" algn="l">
              <a:lnSpc>
                <a:spcPct val="115000"/>
              </a:lnSpc>
              <a:spcBef>
                <a:spcPts val="0"/>
              </a:spcBef>
              <a:spcAft>
                <a:spcPts val="0"/>
              </a:spcAft>
              <a:buClr>
                <a:schemeClr val="dk1"/>
              </a:buClr>
              <a:buSzPts val="1400"/>
              <a:buNone/>
              <a:defRPr>
                <a:solidFill>
                  <a:schemeClr val="dk1"/>
                </a:solidFill>
              </a:defRPr>
            </a:lvl1pPr>
            <a:lvl2pPr lvl="1" algn="l">
              <a:lnSpc>
                <a:spcPct val="115000"/>
              </a:lnSpc>
              <a:spcBef>
                <a:spcPts val="1200"/>
              </a:spcBef>
              <a:spcAft>
                <a:spcPts val="0"/>
              </a:spcAft>
              <a:buClr>
                <a:schemeClr val="dk1"/>
              </a:buClr>
              <a:buSzPts val="1100"/>
              <a:buNone/>
              <a:defRPr/>
            </a:lvl2pPr>
            <a:lvl3pPr lvl="2" algn="l">
              <a:lnSpc>
                <a:spcPct val="115000"/>
              </a:lnSpc>
              <a:spcBef>
                <a:spcPts val="1200"/>
              </a:spcBef>
              <a:spcAft>
                <a:spcPts val="0"/>
              </a:spcAft>
              <a:buClr>
                <a:schemeClr val="dk1"/>
              </a:buClr>
              <a:buSzPts val="1100"/>
              <a:buNone/>
              <a:defRPr/>
            </a:lvl3pPr>
            <a:lvl4pPr lvl="3" algn="l">
              <a:lnSpc>
                <a:spcPct val="115000"/>
              </a:lnSpc>
              <a:spcBef>
                <a:spcPts val="1200"/>
              </a:spcBef>
              <a:spcAft>
                <a:spcPts val="0"/>
              </a:spcAft>
              <a:buClr>
                <a:schemeClr val="dk1"/>
              </a:buClr>
              <a:buSzPts val="1100"/>
              <a:buNone/>
              <a:defRPr/>
            </a:lvl4pPr>
            <a:lvl5pPr lvl="4" algn="l">
              <a:lnSpc>
                <a:spcPct val="115000"/>
              </a:lnSpc>
              <a:spcBef>
                <a:spcPts val="1200"/>
              </a:spcBef>
              <a:spcAft>
                <a:spcPts val="0"/>
              </a:spcAft>
              <a:buClr>
                <a:schemeClr val="dk1"/>
              </a:buClr>
              <a:buSzPts val="1100"/>
              <a:buNone/>
              <a:defRPr/>
            </a:lvl5pPr>
            <a:lvl6pPr lvl="5" algn="l">
              <a:lnSpc>
                <a:spcPct val="115000"/>
              </a:lnSpc>
              <a:spcBef>
                <a:spcPts val="1200"/>
              </a:spcBef>
              <a:spcAft>
                <a:spcPts val="0"/>
              </a:spcAft>
              <a:buClr>
                <a:schemeClr val="dk1"/>
              </a:buClr>
              <a:buSzPts val="1100"/>
              <a:buNone/>
              <a:defRPr/>
            </a:lvl6pPr>
            <a:lvl7pPr lvl="6" algn="l">
              <a:lnSpc>
                <a:spcPct val="115000"/>
              </a:lnSpc>
              <a:spcBef>
                <a:spcPts val="1200"/>
              </a:spcBef>
              <a:spcAft>
                <a:spcPts val="0"/>
              </a:spcAft>
              <a:buClr>
                <a:schemeClr val="dk1"/>
              </a:buClr>
              <a:buSzPts val="1100"/>
              <a:buNone/>
              <a:defRPr/>
            </a:lvl7pPr>
            <a:lvl8pPr lvl="7" algn="l">
              <a:lnSpc>
                <a:spcPct val="115000"/>
              </a:lnSpc>
              <a:spcBef>
                <a:spcPts val="1200"/>
              </a:spcBef>
              <a:spcAft>
                <a:spcPts val="0"/>
              </a:spcAft>
              <a:buClr>
                <a:schemeClr val="dk1"/>
              </a:buClr>
              <a:buSzPts val="1100"/>
              <a:buNone/>
              <a:defRPr/>
            </a:lvl8pPr>
            <a:lvl9pPr lvl="8" algn="l">
              <a:lnSpc>
                <a:spcPct val="115000"/>
              </a:lnSpc>
              <a:spcBef>
                <a:spcPts val="1200"/>
              </a:spcBef>
              <a:spcAft>
                <a:spcPts val="1200"/>
              </a:spcAft>
              <a:buClr>
                <a:schemeClr val="dk1"/>
              </a:buClr>
              <a:buSzPts val="1100"/>
              <a:buNone/>
              <a:defRPr/>
            </a:lvl9pPr>
          </a:lstStyle>
          <a:p/>
        </p:txBody>
      </p:sp>
      <p:sp>
        <p:nvSpPr>
          <p:cNvPr id="109" name="Google Shape;109;p21"/>
          <p:cNvSpPr txBox="1"/>
          <p:nvPr>
            <p:ph idx="2" type="subTitle"/>
          </p:nvPr>
        </p:nvSpPr>
        <p:spPr>
          <a:xfrm>
            <a:off x="493923" y="4079316"/>
            <a:ext cx="7327800" cy="2987100"/>
          </a:xfrm>
          <a:prstGeom prst="rect">
            <a:avLst/>
          </a:prstGeom>
          <a:noFill/>
          <a:ln>
            <a:noFill/>
          </a:ln>
        </p:spPr>
        <p:txBody>
          <a:bodyPr anchorCtr="0" anchor="t" bIns="68575" lIns="68575" spcFirstLastPara="1" rIns="68575" wrap="square" tIns="68575">
            <a:normAutofit/>
          </a:bodyPr>
          <a:lstStyle>
            <a:lvl1pPr lvl="0" algn="l">
              <a:lnSpc>
                <a:spcPct val="115000"/>
              </a:lnSpc>
              <a:spcBef>
                <a:spcPts val="0"/>
              </a:spcBef>
              <a:spcAft>
                <a:spcPts val="0"/>
              </a:spcAft>
              <a:buClr>
                <a:schemeClr val="dk1"/>
              </a:buClr>
              <a:buSzPts val="1400"/>
              <a:buNone/>
              <a:defRPr sz="1800"/>
            </a:lvl1pPr>
            <a:lvl2pPr lvl="1" algn="l">
              <a:lnSpc>
                <a:spcPct val="115000"/>
              </a:lnSpc>
              <a:spcBef>
                <a:spcPts val="1200"/>
              </a:spcBef>
              <a:spcAft>
                <a:spcPts val="0"/>
              </a:spcAft>
              <a:buClr>
                <a:schemeClr val="dk1"/>
              </a:buClr>
              <a:buSzPts val="1100"/>
              <a:buNone/>
              <a:defRPr/>
            </a:lvl2pPr>
            <a:lvl3pPr lvl="2" algn="l">
              <a:lnSpc>
                <a:spcPct val="115000"/>
              </a:lnSpc>
              <a:spcBef>
                <a:spcPts val="1200"/>
              </a:spcBef>
              <a:spcAft>
                <a:spcPts val="0"/>
              </a:spcAft>
              <a:buClr>
                <a:schemeClr val="dk1"/>
              </a:buClr>
              <a:buSzPts val="1100"/>
              <a:buNone/>
              <a:defRPr/>
            </a:lvl3pPr>
            <a:lvl4pPr lvl="3" algn="l">
              <a:lnSpc>
                <a:spcPct val="115000"/>
              </a:lnSpc>
              <a:spcBef>
                <a:spcPts val="1200"/>
              </a:spcBef>
              <a:spcAft>
                <a:spcPts val="0"/>
              </a:spcAft>
              <a:buClr>
                <a:schemeClr val="dk1"/>
              </a:buClr>
              <a:buSzPts val="1100"/>
              <a:buNone/>
              <a:defRPr/>
            </a:lvl4pPr>
            <a:lvl5pPr lvl="4" algn="l">
              <a:lnSpc>
                <a:spcPct val="115000"/>
              </a:lnSpc>
              <a:spcBef>
                <a:spcPts val="1200"/>
              </a:spcBef>
              <a:spcAft>
                <a:spcPts val="0"/>
              </a:spcAft>
              <a:buClr>
                <a:schemeClr val="dk1"/>
              </a:buClr>
              <a:buSzPts val="1100"/>
              <a:buNone/>
              <a:defRPr/>
            </a:lvl5pPr>
            <a:lvl6pPr lvl="5" algn="l">
              <a:lnSpc>
                <a:spcPct val="115000"/>
              </a:lnSpc>
              <a:spcBef>
                <a:spcPts val="1200"/>
              </a:spcBef>
              <a:spcAft>
                <a:spcPts val="0"/>
              </a:spcAft>
              <a:buClr>
                <a:schemeClr val="dk1"/>
              </a:buClr>
              <a:buSzPts val="1100"/>
              <a:buNone/>
              <a:defRPr/>
            </a:lvl6pPr>
            <a:lvl7pPr lvl="6" algn="l">
              <a:lnSpc>
                <a:spcPct val="115000"/>
              </a:lnSpc>
              <a:spcBef>
                <a:spcPts val="1200"/>
              </a:spcBef>
              <a:spcAft>
                <a:spcPts val="0"/>
              </a:spcAft>
              <a:buClr>
                <a:schemeClr val="dk1"/>
              </a:buClr>
              <a:buSzPts val="1100"/>
              <a:buNone/>
              <a:defRPr/>
            </a:lvl7pPr>
            <a:lvl8pPr lvl="7" algn="l">
              <a:lnSpc>
                <a:spcPct val="115000"/>
              </a:lnSpc>
              <a:spcBef>
                <a:spcPts val="1200"/>
              </a:spcBef>
              <a:spcAft>
                <a:spcPts val="0"/>
              </a:spcAft>
              <a:buClr>
                <a:schemeClr val="dk1"/>
              </a:buClr>
              <a:buSzPts val="1100"/>
              <a:buNone/>
              <a:defRPr/>
            </a:lvl8pPr>
            <a:lvl9pPr lvl="8" algn="l">
              <a:lnSpc>
                <a:spcPct val="115000"/>
              </a:lnSpc>
              <a:spcBef>
                <a:spcPts val="1200"/>
              </a:spcBef>
              <a:spcAft>
                <a:spcPts val="1200"/>
              </a:spcAft>
              <a:buClr>
                <a:schemeClr val="dk1"/>
              </a:buClr>
              <a:buSzPts val="11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6.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09521" y="406950"/>
            <a:ext cx="8005800" cy="994200"/>
          </a:xfrm>
          <a:prstGeom prst="rect">
            <a:avLst/>
          </a:prstGeom>
          <a:noFill/>
          <a:ln>
            <a:noFill/>
          </a:ln>
        </p:spPr>
        <p:txBody>
          <a:bodyPr anchorCtr="0" anchor="ctr" bIns="34275" lIns="34275" spcFirstLastPara="1" rIns="34275" wrap="square" tIns="34275">
            <a:noAutofit/>
          </a:bodyPr>
          <a:lstStyle>
            <a:lvl1pPr lvl="0" marR="0" algn="l">
              <a:lnSpc>
                <a:spcPct val="90000"/>
              </a:lnSpc>
              <a:spcBef>
                <a:spcPts val="0"/>
              </a:spcBef>
              <a:spcAft>
                <a:spcPts val="0"/>
              </a:spcAft>
              <a:buClr>
                <a:schemeClr val="dk1"/>
              </a:buClr>
              <a:buSzPts val="3600"/>
              <a:buFont typeface="Playfair Display"/>
              <a:buNone/>
              <a:defRPr i="0" sz="3600" u="none" cap="none" strike="noStrike">
                <a:solidFill>
                  <a:schemeClr val="dk1"/>
                </a:solidFill>
                <a:latin typeface="Playfair Display"/>
                <a:ea typeface="Playfair Display"/>
                <a:cs typeface="Playfair Display"/>
                <a:sym typeface="Playfair Display"/>
              </a:defRPr>
            </a:lvl1pPr>
            <a:lvl2pPr lvl="1">
              <a:spcBef>
                <a:spcPts val="0"/>
              </a:spcBef>
              <a:spcAft>
                <a:spcPts val="0"/>
              </a:spcAft>
              <a:buSzPts val="700"/>
              <a:buFont typeface="Arial"/>
              <a:buNone/>
              <a:defRPr sz="700"/>
            </a:lvl2pPr>
            <a:lvl3pPr lvl="2">
              <a:spcBef>
                <a:spcPts val="0"/>
              </a:spcBef>
              <a:spcAft>
                <a:spcPts val="0"/>
              </a:spcAft>
              <a:buSzPts val="700"/>
              <a:buFont typeface="Arial"/>
              <a:buNone/>
              <a:defRPr sz="700"/>
            </a:lvl3pPr>
            <a:lvl4pPr lvl="3">
              <a:spcBef>
                <a:spcPts val="0"/>
              </a:spcBef>
              <a:spcAft>
                <a:spcPts val="0"/>
              </a:spcAft>
              <a:buSzPts val="700"/>
              <a:buFont typeface="Arial"/>
              <a:buNone/>
              <a:defRPr sz="700"/>
            </a:lvl4pPr>
            <a:lvl5pPr lvl="4">
              <a:spcBef>
                <a:spcPts val="0"/>
              </a:spcBef>
              <a:spcAft>
                <a:spcPts val="0"/>
              </a:spcAft>
              <a:buSzPts val="700"/>
              <a:buFont typeface="Arial"/>
              <a:buNone/>
              <a:defRPr sz="700"/>
            </a:lvl5pPr>
            <a:lvl6pPr lvl="5">
              <a:spcBef>
                <a:spcPts val="0"/>
              </a:spcBef>
              <a:spcAft>
                <a:spcPts val="0"/>
              </a:spcAft>
              <a:buSzPts val="700"/>
              <a:buFont typeface="Arial"/>
              <a:buNone/>
              <a:defRPr sz="700"/>
            </a:lvl6pPr>
            <a:lvl7pPr lvl="6">
              <a:spcBef>
                <a:spcPts val="0"/>
              </a:spcBef>
              <a:spcAft>
                <a:spcPts val="0"/>
              </a:spcAft>
              <a:buSzPts val="700"/>
              <a:buFont typeface="Arial"/>
              <a:buNone/>
              <a:defRPr sz="700"/>
            </a:lvl7pPr>
            <a:lvl8pPr lvl="7">
              <a:spcBef>
                <a:spcPts val="0"/>
              </a:spcBef>
              <a:spcAft>
                <a:spcPts val="0"/>
              </a:spcAft>
              <a:buSzPts val="700"/>
              <a:buFont typeface="Arial"/>
              <a:buNone/>
              <a:defRPr sz="700"/>
            </a:lvl8pPr>
            <a:lvl9pPr lvl="8">
              <a:spcBef>
                <a:spcPts val="0"/>
              </a:spcBef>
              <a:spcAft>
                <a:spcPts val="0"/>
              </a:spcAft>
              <a:buSzPts val="700"/>
              <a:buFont typeface="Arial"/>
              <a:buNone/>
              <a:defRPr sz="700"/>
            </a:lvl9pPr>
          </a:lstStyle>
          <a:p/>
        </p:txBody>
      </p:sp>
      <p:sp>
        <p:nvSpPr>
          <p:cNvPr id="7" name="Google Shape;7;p1"/>
          <p:cNvSpPr txBox="1"/>
          <p:nvPr>
            <p:ph idx="1" type="body"/>
          </p:nvPr>
        </p:nvSpPr>
        <p:spPr>
          <a:xfrm>
            <a:off x="509577" y="1401113"/>
            <a:ext cx="8005800" cy="3263400"/>
          </a:xfrm>
          <a:prstGeom prst="rect">
            <a:avLst/>
          </a:prstGeom>
          <a:noFill/>
          <a:ln>
            <a:noFill/>
          </a:ln>
        </p:spPr>
        <p:txBody>
          <a:bodyPr anchorCtr="0" anchor="t" bIns="34275" lIns="34275" spcFirstLastPara="1" rIns="34275" wrap="square" tIns="34275">
            <a:noAutofit/>
          </a:bodyPr>
          <a:lstStyle>
            <a:lvl1pPr indent="-228600" lvl="0" marL="457200" marR="0" algn="l">
              <a:lnSpc>
                <a:spcPct val="90000"/>
              </a:lnSpc>
              <a:spcBef>
                <a:spcPts val="700"/>
              </a:spcBef>
              <a:spcAft>
                <a:spcPts val="0"/>
              </a:spcAft>
              <a:buClr>
                <a:schemeClr val="dk2"/>
              </a:buClr>
              <a:buSzPts val="2200"/>
              <a:buFont typeface="Roboto"/>
              <a:buNone/>
              <a:defRPr i="0" sz="2200" u="none" cap="none" strike="noStrike">
                <a:solidFill>
                  <a:schemeClr val="dk2"/>
                </a:solidFill>
                <a:latin typeface="Roboto"/>
                <a:ea typeface="Roboto"/>
                <a:cs typeface="Roboto"/>
                <a:sym typeface="Roboto"/>
              </a:defRPr>
            </a:lvl1pPr>
            <a:lvl2pPr indent="-228600" lvl="1" marL="914400" marR="0" algn="l">
              <a:lnSpc>
                <a:spcPct val="90000"/>
              </a:lnSpc>
              <a:spcBef>
                <a:spcPts val="400"/>
              </a:spcBef>
              <a:spcAft>
                <a:spcPts val="0"/>
              </a:spcAft>
              <a:buClr>
                <a:schemeClr val="dk2"/>
              </a:buClr>
              <a:buSzPts val="1800"/>
              <a:buFont typeface="Roboto"/>
              <a:buNone/>
              <a:defRPr i="0" sz="1800" u="none" cap="none" strike="noStrike">
                <a:solidFill>
                  <a:schemeClr val="dk2"/>
                </a:solidFill>
                <a:latin typeface="Roboto"/>
                <a:ea typeface="Roboto"/>
                <a:cs typeface="Roboto"/>
                <a:sym typeface="Roboto"/>
              </a:defRPr>
            </a:lvl2pPr>
            <a:lvl3pPr indent="-228600" lvl="2" marL="1371600" marR="0" algn="l">
              <a:lnSpc>
                <a:spcPct val="90000"/>
              </a:lnSpc>
              <a:spcBef>
                <a:spcPts val="400"/>
              </a:spcBef>
              <a:spcAft>
                <a:spcPts val="0"/>
              </a:spcAft>
              <a:buClr>
                <a:schemeClr val="dk2"/>
              </a:buClr>
              <a:buSzPts val="1500"/>
              <a:buFont typeface="Roboto"/>
              <a:buNone/>
              <a:defRPr i="0" sz="1500" u="none" cap="none" strike="noStrike">
                <a:solidFill>
                  <a:schemeClr val="dk2"/>
                </a:solidFill>
                <a:latin typeface="Roboto"/>
                <a:ea typeface="Roboto"/>
                <a:cs typeface="Roboto"/>
                <a:sym typeface="Roboto"/>
              </a:defRPr>
            </a:lvl3pPr>
            <a:lvl4pPr indent="-228600" lvl="3" marL="1828800" marR="0" algn="l">
              <a:lnSpc>
                <a:spcPct val="90000"/>
              </a:lnSpc>
              <a:spcBef>
                <a:spcPts val="400"/>
              </a:spcBef>
              <a:spcAft>
                <a:spcPts val="0"/>
              </a:spcAft>
              <a:buClr>
                <a:schemeClr val="dk2"/>
              </a:buClr>
              <a:buSzPts val="1300"/>
              <a:buFont typeface="Roboto"/>
              <a:buNone/>
              <a:defRPr i="0" sz="1300" u="none" cap="none" strike="noStrike">
                <a:solidFill>
                  <a:schemeClr val="dk2"/>
                </a:solidFill>
                <a:latin typeface="Roboto"/>
                <a:ea typeface="Roboto"/>
                <a:cs typeface="Roboto"/>
                <a:sym typeface="Roboto"/>
              </a:defRPr>
            </a:lvl4pPr>
            <a:lvl5pPr indent="-228600" lvl="4" marL="2286000" marR="0" algn="l">
              <a:lnSpc>
                <a:spcPct val="90000"/>
              </a:lnSpc>
              <a:spcBef>
                <a:spcPts val="400"/>
              </a:spcBef>
              <a:spcAft>
                <a:spcPts val="0"/>
              </a:spcAft>
              <a:buClr>
                <a:schemeClr val="dk2"/>
              </a:buClr>
              <a:buSzPts val="1100"/>
              <a:buFont typeface="Roboto"/>
              <a:buNone/>
              <a:defRPr i="0" sz="1100" u="none" cap="none" strike="noStrike">
                <a:solidFill>
                  <a:schemeClr val="dk2"/>
                </a:solidFill>
                <a:latin typeface="Roboto"/>
                <a:ea typeface="Roboto"/>
                <a:cs typeface="Roboto"/>
                <a:sym typeface="Roboto"/>
              </a:defRPr>
            </a:lvl5pPr>
            <a:lvl6pPr indent="-285750" lvl="5" marL="2743200" marR="0" algn="l">
              <a:lnSpc>
                <a:spcPct val="90000"/>
              </a:lnSpc>
              <a:spcBef>
                <a:spcPts val="400"/>
              </a:spcBef>
              <a:spcAft>
                <a:spcPts val="0"/>
              </a:spcAft>
              <a:buClr>
                <a:schemeClr val="dk1"/>
              </a:buClr>
              <a:buSzPts val="900"/>
              <a:buFont typeface="Roboto"/>
              <a:buChar char="•"/>
              <a:defRPr i="0" sz="900" u="none" cap="none" strike="noStrike">
                <a:solidFill>
                  <a:schemeClr val="dk1"/>
                </a:solidFill>
                <a:latin typeface="Roboto"/>
                <a:ea typeface="Roboto"/>
                <a:cs typeface="Roboto"/>
                <a:sym typeface="Roboto"/>
              </a:defRPr>
            </a:lvl6pPr>
            <a:lvl7pPr indent="-273050" lvl="6" marL="3200400" marR="0" algn="l">
              <a:lnSpc>
                <a:spcPct val="90000"/>
              </a:lnSpc>
              <a:spcBef>
                <a:spcPts val="400"/>
              </a:spcBef>
              <a:spcAft>
                <a:spcPts val="0"/>
              </a:spcAft>
              <a:buClr>
                <a:schemeClr val="dk1"/>
              </a:buClr>
              <a:buSzPts val="700"/>
              <a:buFont typeface="Roboto"/>
              <a:buChar char="•"/>
              <a:defRPr i="0" sz="700" u="none" cap="none" strike="noStrike">
                <a:solidFill>
                  <a:schemeClr val="dk1"/>
                </a:solidFill>
                <a:latin typeface="Roboto"/>
                <a:ea typeface="Roboto"/>
                <a:cs typeface="Roboto"/>
                <a:sym typeface="Roboto"/>
              </a:defRPr>
            </a:lvl7pPr>
            <a:lvl8pPr indent="-260350" lvl="7" marL="3657600" marR="0" algn="l">
              <a:lnSpc>
                <a:spcPct val="90000"/>
              </a:lnSpc>
              <a:spcBef>
                <a:spcPts val="400"/>
              </a:spcBef>
              <a:spcAft>
                <a:spcPts val="0"/>
              </a:spcAft>
              <a:buClr>
                <a:schemeClr val="dk1"/>
              </a:buClr>
              <a:buSzPts val="500"/>
              <a:buFont typeface="Roboto"/>
              <a:buChar char="•"/>
              <a:defRPr i="0" sz="500" u="none" cap="none" strike="noStrike">
                <a:solidFill>
                  <a:schemeClr val="dk1"/>
                </a:solidFill>
                <a:latin typeface="Roboto"/>
                <a:ea typeface="Roboto"/>
                <a:cs typeface="Roboto"/>
                <a:sym typeface="Roboto"/>
              </a:defRPr>
            </a:lvl8pPr>
            <a:lvl9pPr indent="-254000" lvl="8" marL="4114800" marR="0" algn="l">
              <a:lnSpc>
                <a:spcPct val="90000"/>
              </a:lnSpc>
              <a:spcBef>
                <a:spcPts val="400"/>
              </a:spcBef>
              <a:spcAft>
                <a:spcPts val="0"/>
              </a:spcAft>
              <a:buClr>
                <a:schemeClr val="dk1"/>
              </a:buClr>
              <a:buSzPts val="400"/>
              <a:buFont typeface="Roboto"/>
              <a:buChar char="•"/>
              <a:defRPr i="0" sz="400" u="none" cap="none" strike="noStrike">
                <a:solidFill>
                  <a:schemeClr val="dk1"/>
                </a:solidFill>
                <a:latin typeface="Roboto"/>
                <a:ea typeface="Roboto"/>
                <a:cs typeface="Roboto"/>
                <a:sym typeface="Roboto"/>
              </a:defRPr>
            </a:lvl9pPr>
          </a:lstStyle>
          <a:p/>
        </p:txBody>
      </p:sp>
      <p:pic>
        <p:nvPicPr>
          <p:cNvPr id="8" name="Google Shape;8;p1"/>
          <p:cNvPicPr preferRelativeResize="0"/>
          <p:nvPr/>
        </p:nvPicPr>
        <p:blipFill rotWithShape="1">
          <a:blip r:embed="rId1">
            <a:alphaModFix/>
          </a:blip>
          <a:srcRect b="0" l="0" r="0" t="35296"/>
          <a:stretch/>
        </p:blipFill>
        <p:spPr>
          <a:xfrm>
            <a:off x="0" y="4794384"/>
            <a:ext cx="9144000" cy="34911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3.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 Id="rId3" Type="http://schemas.openxmlformats.org/officeDocument/2006/relationships/image" Target="../media/image13.jpg"/><Relationship Id="rId4" Type="http://schemas.openxmlformats.org/officeDocument/2006/relationships/hyperlink" Target="https://www.youtube.com/watch?v=H39Z_720T5s" TargetMode="External"/><Relationship Id="rId5"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marL="0" indent="0">
              <a:buNone/>
            </a:pPr>
            <a:r>
              <a:t>CSCI 3495</a:t>
            </a:r>
          </a:p>
          <a:p>
            <a:pPr marL="0" indent="0">
              <a:buNone/>
            </a:pPr>
            <a:r>
              <a:t>Attention and the Transformer</a:t>
            </a:r>
          </a:p>
        </p:txBody>
      </p:sp>
      <p:sp>
        <p:nvSpPr>
          <p:cNvPr id="3" name="Subtitle 2"/>
          <p:cNvSpPr>
            <a:spLocks noGrp="1"/>
          </p:cNvSpPr>
          <p:nvPr>
            <p:ph type="subTitle" idx="1"/>
          </p:nvPr>
        </p:nvSpPr>
        <p:spPr>
          <a:xfrm>
            <a:off x="493926" y="3549825"/>
            <a:ext cx="6789960" cy="970800"/>
          </a:xfrm>
        </p:spPr>
        <p:txBody>
          <a:bodyPr wrap="square"/>
          <a:lstStyle/>
          <a:p>
            <a:pPr marL="0" indent="0">
              <a:buNone/>
            </a:pPr>
            <a:r>
              <a:t>Natural Language Processing &amp; Large Language Models</a:t>
            </a:r>
          </a:p>
          <a:p>
            <a:pPr marL="0" indent="0">
              <a:buNone/>
            </a:pPr>
            <a:r>
              <a:t>Week 7, Class 1  ·  Mon Oct 5, 2026</a:t>
            </a:r>
          </a:p>
        </p:txBody>
      </p:sp>
      <p:pic>
        <p:nvPicPr>
          <p:cNvPr id="5" name="Picture 4" descr="Attention and the Transformer"/>
          <p:cNvPicPr>
            <a:picLocks noChangeAspect="1"/>
          </p:cNvPicPr>
          <p:nvPr/>
        </p:nvPicPr>
        <p:blipFill>
          <a:blip r:embed="rId3"/>
          <a:stretch>
            <a:fillRect/>
          </a:stretch>
        </p:blipFill>
        <p:spPr>
          <a:xfrm>
            <a:off x="7512486" y="3474720"/>
            <a:ext cx="1265754" cy="1481328"/>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777777"/>
                </a:solidFill>
              </a:defRPr>
            </a:pPr>
            <a:r>
              <a:t>Source: Photo: Hans Hillewaert, Wikimedia Commons, CC BY-SA 4.0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One vector has to carry the whole sentence</a:t>
            </a:r>
          </a:p>
        </p:txBody>
      </p:sp>
      <p:sp>
        <p:nvSpPr>
          <p:cNvPr id="5" name="Rounded Rectangle 4"/>
          <p:cNvSpPr/>
          <p:nvPr/>
        </p:nvSpPr>
        <p:spPr>
          <a:xfrm>
            <a:off x="457200" y="1625392"/>
            <a:ext cx="2365248" cy="1782988"/>
          </a:xfrm>
          <a:prstGeom prst="roundRect">
            <a:avLst>
              <a:gd name="adj" fmla="val 61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21792" y="1888739"/>
            <a:ext cx="2036064" cy="1453804"/>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ENCODER</a:t>
            </a:r>
          </a:p>
          <a:p>
            <a:pPr marL="0" indent="0" algn="l">
              <a:lnSpc>
                <a:spcPts val="3000"/>
              </a:lnSpc>
              <a:spcAft>
                <a:spcPts val="0"/>
              </a:spcAft>
              <a:buNone/>
            </a:pPr>
            <a:r>
              <a:rPr sz="2000" b="0">
                <a:solidFill>
                  <a:srgbClr val="1D1D1F"/>
                </a:solidFill>
                <a:latin typeface="Menlo"/>
              </a:rPr>
              <a:t>the black cat</a:t>
            </a:r>
          </a:p>
        </p:txBody>
      </p:sp>
      <p:sp>
        <p:nvSpPr>
          <p:cNvPr id="7" name="Right Arrow 6"/>
          <p:cNvSpPr/>
          <p:nvPr/>
        </p:nvSpPr>
        <p:spPr>
          <a:xfrm>
            <a:off x="2913156" y="2361438"/>
            <a:ext cx="385511" cy="310896"/>
          </a:xfrm>
          <a:prstGeom prst="rightArrow">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3389376" y="1625392"/>
            <a:ext cx="2365248" cy="1782988"/>
          </a:xfrm>
          <a:prstGeom prst="roundRect">
            <a:avLst>
              <a:gd name="adj" fmla="val 61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3553968" y="1888739"/>
            <a:ext cx="2036064" cy="1453804"/>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ONE FIXED VECTOR</a:t>
            </a:r>
          </a:p>
          <a:p>
            <a:pPr marL="0" indent="0" algn="l">
              <a:lnSpc>
                <a:spcPts val="3000"/>
              </a:lnSpc>
              <a:spcAft>
                <a:spcPts val="0"/>
              </a:spcAft>
              <a:buNone/>
            </a:pPr>
            <a:r>
              <a:rPr sz="2000" b="0">
                <a:solidFill>
                  <a:srgbClr val="1D1D1F"/>
                </a:solidFill>
                <a:latin typeface="Menlo"/>
              </a:rPr>
              <a:t>c</a:t>
            </a:r>
          </a:p>
        </p:txBody>
      </p:sp>
      <p:sp>
        <p:nvSpPr>
          <p:cNvPr id="10" name="Right Arrow 9"/>
          <p:cNvSpPr/>
          <p:nvPr/>
        </p:nvSpPr>
        <p:spPr>
          <a:xfrm>
            <a:off x="5845332" y="2361438"/>
            <a:ext cx="385511" cy="310896"/>
          </a:xfrm>
          <a:prstGeom prst="rightArrow">
            <a:avLst/>
          </a:prstGeom>
          <a:solidFill>
            <a:srgbClr val="D2D2D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321552" y="1625392"/>
            <a:ext cx="2365248" cy="1782988"/>
          </a:xfrm>
          <a:prstGeom prst="roundRect">
            <a:avLst>
              <a:gd name="adj" fmla="val 615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486144" y="1888739"/>
            <a:ext cx="2036064" cy="1453804"/>
          </a:xfrm>
          <a:prstGeom prst="rect">
            <a:avLst/>
          </a:prstGeom>
          <a:noFill/>
        </p:spPr>
        <p:txBody>
          <a:bodyPr wrap="square" anchor="t" lIns="0" rIns="0" tIns="0" bIns="0">
            <a:spAutoFit/>
          </a:bodyPr>
          <a:lstStyle/>
          <a:p>
            <a:pPr marL="0" indent="0" algn="l">
              <a:spcAft>
                <a:spcPts val="1000"/>
              </a:spcAft>
              <a:buNone/>
            </a:pPr>
            <a:r>
              <a:rPr sz="1200" b="1" spc="60">
                <a:solidFill>
                  <a:srgbClr val="86868B"/>
                </a:solidFill>
                <a:latin typeface="Helvetica Neue"/>
              </a:rPr>
              <a:t>DECODER</a:t>
            </a:r>
          </a:p>
          <a:p>
            <a:pPr marL="0" indent="0" algn="l">
              <a:lnSpc>
                <a:spcPts val="3000"/>
              </a:lnSpc>
              <a:spcAft>
                <a:spcPts val="0"/>
              </a:spcAft>
              <a:buNone/>
            </a:pPr>
            <a:r>
              <a:rPr sz="2000" b="0">
                <a:solidFill>
                  <a:srgbClr val="1D1D1F"/>
                </a:solidFill>
                <a:latin typeface="Menlo"/>
              </a:rPr>
              <a:t>le chat noir</a:t>
            </a:r>
          </a:p>
        </p:txBody>
      </p:sp>
      <p:sp>
        <p:nvSpPr>
          <p:cNvPr id="13" name="Left Arrow 12"/>
          <p:cNvSpPr/>
          <p:nvPr/>
        </p:nvSpPr>
        <p:spPr>
          <a:xfrm>
            <a:off x="457200" y="3627836"/>
            <a:ext cx="8229600" cy="237744"/>
          </a:xfrm>
          <a:prstGeom prst="leftArrow">
            <a:avLst/>
          </a:prstGeom>
          <a:solidFill>
            <a:srgbClr val="4C72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7200" y="3938732"/>
            <a:ext cx="8229600" cy="274320"/>
          </a:xfrm>
          <a:prstGeom prst="rect">
            <a:avLst/>
          </a:prstGeom>
          <a:noFill/>
        </p:spPr>
        <p:txBody>
          <a:bodyPr wrap="square" anchor="t" lIns="0" rIns="0" tIns="0" bIns="0">
            <a:spAutoFit/>
          </a:bodyPr>
          <a:lstStyle/>
          <a:p>
            <a:pPr marL="0" indent="0" algn="ctr">
              <a:spcAft>
                <a:spcPts val="0"/>
              </a:spcAft>
              <a:buNone/>
            </a:pPr>
            <a:r>
              <a:rPr sz="1300" b="0">
                <a:solidFill>
                  <a:srgbClr val="4C72B0"/>
                </a:solidFill>
                <a:latin typeface="Helvetica Neue"/>
              </a:rPr>
              <a:t>every source word, however long the sentence, through that one vector</a:t>
            </a:r>
          </a:p>
        </p:txBody>
      </p:sp>
      <p:sp>
        <p:nvSpPr>
          <p:cNvPr id="15" name="TextBox 14"/>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 the architecture of Sutskever, Vinyals &amp; Le 2014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Attention in three steps</a:t>
            </a:r>
          </a:p>
        </p:txBody>
      </p:sp>
      <p:pic>
        <p:nvPicPr>
          <p:cNvPr id="5" name="Picture 4" descr="Attention in three steps"/>
          <p:cNvPicPr>
            <a:picLocks noChangeAspect="1"/>
          </p:cNvPicPr>
          <p:nvPr/>
        </p:nvPicPr>
        <p:blipFill>
          <a:blip r:embed="rId3"/>
          <a:stretch>
            <a:fillRect/>
          </a:stretch>
        </p:blipFill>
        <p:spPr>
          <a:xfrm>
            <a:off x="726621" y="1078992"/>
            <a:ext cx="7690757"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animation; original figure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The whole computation, drawn</a:t>
            </a:r>
          </a:p>
        </p:txBody>
      </p:sp>
      <p:pic>
        <p:nvPicPr>
          <p:cNvPr id="5" name="Picture 4" descr="The whole computation, drawn"/>
          <p:cNvPicPr>
            <a:picLocks noChangeAspect="1"/>
          </p:cNvPicPr>
          <p:nvPr/>
        </p:nvPicPr>
        <p:blipFill>
          <a:blip r:embed="rId3"/>
          <a:stretch>
            <a:fillRect/>
          </a:stretch>
        </p:blipFill>
        <p:spPr>
          <a:xfrm>
            <a:off x="1315044" y="1078992"/>
            <a:ext cx="6513912"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Jurafsky &amp; Martin, SLP3 (Jan 2026 draft), Fig. 13.22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Reading attention as alignment</a:t>
            </a:r>
          </a:p>
        </p:txBody>
      </p:sp>
      <p:pic>
        <p:nvPicPr>
          <p:cNvPr id="5" name="Picture 4" descr="Reading attention as alignment"/>
          <p:cNvPicPr>
            <a:picLocks noChangeAspect="1"/>
          </p:cNvPicPr>
          <p:nvPr/>
        </p:nvPicPr>
        <p:blipFill>
          <a:blip r:embed="rId3"/>
          <a:stretch>
            <a:fillRect/>
          </a:stretch>
        </p:blipFill>
        <p:spPr>
          <a:xfrm>
            <a:off x="2004685" y="1078992"/>
            <a:ext cx="5134630"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Bahdanau, Cho &amp; Bengio 2014 (arXiv:1409.0473), Fig. 3 (a, 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Limitations that motivate the Transformer</a:t>
            </a:r>
          </a:p>
        </p:txBody>
      </p:sp>
      <p:sp>
        <p:nvSpPr>
          <p:cNvPr id="5" name="Rounded Rectangle 4"/>
          <p:cNvSpPr/>
          <p:nvPr/>
        </p:nvSpPr>
        <p:spPr>
          <a:xfrm>
            <a:off x="457200" y="2322862"/>
            <a:ext cx="4041648" cy="1101280"/>
          </a:xfrm>
          <a:prstGeom prst="roundRect">
            <a:avLst>
              <a:gd name="adj" fmla="val 10793"/>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469166"/>
            <a:ext cx="3675888" cy="808672"/>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SEQUENTIAL</a:t>
            </a:r>
          </a:p>
          <a:p>
            <a:pPr marL="0" indent="0">
              <a:spcAft>
                <a:spcPts val="300"/>
              </a:spcAft>
              <a:buNone/>
            </a:pPr>
            <a:r>
              <a:rPr sz="1450" b="0" u="none">
                <a:solidFill>
                  <a:srgbClr val="1D1D1F"/>
                </a:solidFill>
                <a:latin typeface="Menlo"/>
              </a:rPr>
              <a:t>step t waits for step t-1</a:t>
            </a:r>
          </a:p>
          <a:p>
            <a:pPr marL="0" indent="0" algn="l">
              <a:spcAft>
                <a:spcPts val="200"/>
              </a:spcAft>
              <a:buNone/>
            </a:pPr>
            <a:r>
              <a:rPr sz="1200" b="0">
                <a:solidFill>
                  <a:srgbClr val="86868B"/>
                </a:solidFill>
                <a:latin typeface="Helvetica Neue"/>
              </a:rPr>
              <a:t>Hard to parallelise across time on modern hardware.</a:t>
            </a:r>
          </a:p>
        </p:txBody>
      </p:sp>
      <p:sp>
        <p:nvSpPr>
          <p:cNvPr id="7" name="Rounded Rectangle 6"/>
          <p:cNvSpPr/>
          <p:nvPr/>
        </p:nvSpPr>
        <p:spPr>
          <a:xfrm>
            <a:off x="4645152" y="2322862"/>
            <a:ext cx="4041648" cy="1101280"/>
          </a:xfrm>
          <a:prstGeom prst="roundRect">
            <a:avLst>
              <a:gd name="adj" fmla="val 10793"/>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28032" y="2469166"/>
            <a:ext cx="3675888" cy="808672"/>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LONG PATH</a:t>
            </a:r>
          </a:p>
          <a:p>
            <a:pPr marL="0" indent="0">
              <a:spcAft>
                <a:spcPts val="300"/>
              </a:spcAft>
              <a:buNone/>
            </a:pPr>
            <a:r>
              <a:rPr sz="1450" b="0" u="none">
                <a:solidFill>
                  <a:srgbClr val="1D1D1F"/>
                </a:solidFill>
                <a:latin typeface="Menlo"/>
              </a:rPr>
              <a:t>distant words, many steps apart</a:t>
            </a:r>
          </a:p>
          <a:p>
            <a:pPr marL="0" indent="0" algn="l">
              <a:spcAft>
                <a:spcPts val="200"/>
              </a:spcAft>
              <a:buNone/>
            </a:pPr>
            <a:r>
              <a:rPr sz="1200" b="0">
                <a:solidFill>
                  <a:srgbClr val="86868B"/>
                </a:solidFill>
                <a:latin typeface="Helvetica Neue"/>
              </a:rPr>
              <a:t>A dependency still has to traverse every recurrent step between them.</a:t>
            </a:r>
          </a:p>
        </p:txBody>
      </p:sp>
      <p:sp>
        <p:nvSpPr>
          <p:cNvPr id="9" name="TextBox 8"/>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Self-attention: the core move</a:t>
            </a:r>
          </a:p>
        </p:txBody>
      </p:sp>
      <p:pic>
        <p:nvPicPr>
          <p:cNvPr id="5" name="Picture 4" descr="Self-attention: the core move"/>
          <p:cNvPicPr>
            <a:picLocks noChangeAspect="1"/>
          </p:cNvPicPr>
          <p:nvPr/>
        </p:nvPicPr>
        <p:blipFill>
          <a:blip r:embed="rId3"/>
          <a:stretch>
            <a:fillRect/>
          </a:stretch>
        </p:blipFill>
        <p:spPr>
          <a:xfrm>
            <a:off x="2148538" y="1078992"/>
            <a:ext cx="4846924"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Jurafsky &amp; Martin, SLP3 (Jan 2026 draft), Fig. 8.3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The same computation, drawn</a:t>
            </a:r>
          </a:p>
        </p:txBody>
      </p:sp>
      <p:pic>
        <p:nvPicPr>
          <p:cNvPr id="5" name="Picture 4" descr="The same computation, drawn"/>
          <p:cNvPicPr>
            <a:picLocks noChangeAspect="1"/>
          </p:cNvPicPr>
          <p:nvPr/>
        </p:nvPicPr>
        <p:blipFill>
          <a:blip r:embed="rId3"/>
          <a:stretch>
            <a:fillRect/>
          </a:stretch>
        </p:blipFill>
        <p:spPr>
          <a:xfrm>
            <a:off x="2449626" y="1078992"/>
            <a:ext cx="4244748"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Jurafsky &amp; Martin, SLP3 (Jan 2026 draft), Fig. 8.5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All pairs at once, and the causal mask</a:t>
            </a:r>
          </a:p>
        </p:txBody>
      </p:sp>
      <p:pic>
        <p:nvPicPr>
          <p:cNvPr id="5" name="Picture 4" descr="All pairs at once, and the causal mask"/>
          <p:cNvPicPr>
            <a:picLocks noChangeAspect="1"/>
          </p:cNvPicPr>
          <p:nvPr/>
        </p:nvPicPr>
        <p:blipFill>
          <a:blip r:embed="rId3"/>
          <a:stretch>
            <a:fillRect/>
          </a:stretch>
        </p:blipFill>
        <p:spPr>
          <a:xfrm>
            <a:off x="2114150" y="1078992"/>
            <a:ext cx="4915700"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Jurafsky &amp; Martin, SLP3 (Jan 2026 draft), Figs. 8.9-8.10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Multi-head, concretely</a:t>
            </a:r>
          </a:p>
        </p:txBody>
      </p:sp>
      <p:pic>
        <p:nvPicPr>
          <p:cNvPr id="5" name="Picture 4" descr="Multi-head, concretely"/>
          <p:cNvPicPr>
            <a:picLocks noChangeAspect="1"/>
          </p:cNvPicPr>
          <p:nvPr/>
        </p:nvPicPr>
        <p:blipFill>
          <a:blip r:embed="rId3"/>
          <a:stretch>
            <a:fillRect/>
          </a:stretch>
        </p:blipFill>
        <p:spPr>
          <a:xfrm>
            <a:off x="2060555" y="1078992"/>
            <a:ext cx="5022889"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Jurafsky &amp; Martin, SLP3 (Jan 2026 draft), Fig. 8.6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But attention has no sense of order</a:t>
            </a:r>
          </a:p>
        </p:txBody>
      </p:sp>
      <p:sp>
        <p:nvSpPr>
          <p:cNvPr id="5" name="Rounded Rectangle 4"/>
          <p:cNvSpPr/>
          <p:nvPr/>
        </p:nvSpPr>
        <p:spPr>
          <a:xfrm>
            <a:off x="457200" y="2272220"/>
            <a:ext cx="4041648" cy="1202563"/>
          </a:xfrm>
          <a:prstGeom prst="roundRect">
            <a:avLst>
              <a:gd name="adj" fmla="val 988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418524"/>
            <a:ext cx="3675888" cy="909955"/>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DOG BITES MAN</a:t>
            </a:r>
          </a:p>
          <a:p>
            <a:pPr marL="0" indent="0">
              <a:spcAft>
                <a:spcPts val="300"/>
              </a:spcAft>
              <a:buNone/>
            </a:pPr>
            <a:r>
              <a:rPr sz="2000" b="0" u="none">
                <a:solidFill>
                  <a:srgbClr val="1D1D1F"/>
                </a:solidFill>
                <a:latin typeface="Menlo"/>
              </a:rPr>
              <a:t>self-attention output</a:t>
            </a:r>
          </a:p>
        </p:txBody>
      </p:sp>
      <p:sp>
        <p:nvSpPr>
          <p:cNvPr id="7" name="Rounded Rectangle 6"/>
          <p:cNvSpPr/>
          <p:nvPr/>
        </p:nvSpPr>
        <p:spPr>
          <a:xfrm>
            <a:off x="4645152" y="2272220"/>
            <a:ext cx="4041648" cy="1202563"/>
          </a:xfrm>
          <a:prstGeom prst="roundRect">
            <a:avLst>
              <a:gd name="adj" fmla="val 9884"/>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28032" y="2418524"/>
            <a:ext cx="3675888" cy="909955"/>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MAN BITES DOG</a:t>
            </a:r>
          </a:p>
          <a:p>
            <a:pPr marL="0" indent="0">
              <a:spcAft>
                <a:spcPts val="300"/>
              </a:spcAft>
              <a:buNone/>
            </a:pPr>
            <a:r>
              <a:rPr sz="2000" b="0" u="none">
                <a:solidFill>
                  <a:srgbClr val="1D1D1F"/>
                </a:solidFill>
                <a:latin typeface="Menlo"/>
              </a:rPr>
              <a:t>shuffled the same way</a:t>
            </a:r>
          </a:p>
          <a:p>
            <a:pPr marL="0" indent="0" algn="l">
              <a:spcAft>
                <a:spcPts val="200"/>
              </a:spcAft>
              <a:buNone/>
            </a:pPr>
            <a:r>
              <a:rPr sz="1200" b="0">
                <a:solidFill>
                  <a:srgbClr val="86868B"/>
                </a:solidFill>
                <a:latin typeface="Helvetica Neue"/>
              </a:rPr>
              <a:t>Permutation-equivariant: shuffle the inputs and the outputs shuffle with them.</a:t>
            </a:r>
          </a:p>
        </p:txBody>
      </p:sp>
      <p:sp>
        <p:nvSpPr>
          <p:cNvPr id="9" name="TextBox 8"/>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The simple fix: add position embeddings</a:t>
            </a:r>
          </a:p>
        </p:txBody>
      </p:sp>
      <p:pic>
        <p:nvPicPr>
          <p:cNvPr id="5" name="Picture 4" descr="The simple fix: add position embeddings"/>
          <p:cNvPicPr>
            <a:picLocks noChangeAspect="1"/>
          </p:cNvPicPr>
          <p:nvPr/>
        </p:nvPicPr>
        <p:blipFill>
          <a:blip r:embed="rId3"/>
          <a:stretch>
            <a:fillRect/>
          </a:stretch>
        </p:blipFill>
        <p:spPr>
          <a:xfrm>
            <a:off x="919025" y="1078992"/>
            <a:ext cx="7305950" cy="358902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Jurafsky &amp; Martin, SLP3 (Jan 2026 draft), Fig. 8.14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Box 4"/>
          <p:cNvSpPr txBox="1"/>
          <p:nvPr/>
        </p:nvSpPr>
        <p:spPr>
          <a:xfrm>
            <a:off x="640080" y="1234440"/>
            <a:ext cx="7863840" cy="2651760"/>
          </a:xfrm>
          <a:prstGeom prst="rect">
            <a:avLst/>
          </a:prstGeom>
          <a:noFill/>
        </p:spPr>
        <p:txBody>
          <a:bodyPr wrap="square" anchor="ctr">
            <a:spAutoFit/>
          </a:bodyPr>
          <a:lstStyle/>
          <a:p>
            <a:pPr algn="ctr" marL="0" indent="0">
              <a:buNone/>
            </a:pPr>
            <a:r>
              <a:rPr sz="3400" b="1">
                <a:solidFill>
                  <a:srgbClr val="7C2529"/>
                </a:solidFill>
              </a:rPr>
              <a:t>Let's walk through Parts 1, 2 and 3 in the notebook</a:t>
            </a:r>
          </a:p>
          <a:p>
            <a:pPr algn="ctr" marL="0" indent="0">
              <a:buNone/>
            </a:pPr>
            <a:r>
              <a:rPr sz="2000">
                <a:solidFill>
                  <a:srgbClr val="222222"/>
                </a:solidFill>
              </a:rPr>
              <a:t>A real transformer.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6537960" cy="822960"/>
          </a:xfrm>
        </p:spPr>
        <p:txBody>
          <a:bodyPr wrap="square"/>
          <a:lstStyle/>
          <a:p>
            <a:pPr marL="0" indent="0">
              <a:buNone/>
            </a:pPr>
            <a:r>
              <a:t>The full Transformer, assembled</a:t>
            </a:r>
          </a:p>
        </p:txBody>
      </p:sp>
      <p:pic>
        <p:nvPicPr>
          <p:cNvPr id="5" name="Picture 4" descr="Video: The Transformer (HF). Opens https://www.youtube.com/watch?v=H39Z_720T5s">
            <a:hlinkClick r:id="rId4"/>
          </p:cNvPr>
          <p:cNvPicPr>
            <a:picLocks noChangeAspect="1"/>
          </p:cNvPicPr>
          <p:nvPr/>
        </p:nvPicPr>
        <p:blipFill>
          <a:blip r:embed="rId3"/>
          <a:stretch>
            <a:fillRect/>
          </a:stretch>
        </p:blipFill>
        <p:spPr>
          <a:xfrm>
            <a:off x="7132320" y="109728"/>
            <a:ext cx="1554480" cy="874166"/>
          </a:xfrm>
          <a:prstGeom prst="rect">
            <a:avLst/>
          </a:prstGeom>
        </p:spPr>
      </p:pic>
      <p:sp>
        <p:nvSpPr>
          <p:cNvPr id="6" name="TextBox 5"/>
          <p:cNvSpPr txBox="1"/>
          <p:nvPr/>
        </p:nvSpPr>
        <p:spPr>
          <a:xfrm>
            <a:off x="6931152" y="993038"/>
            <a:ext cx="1956816" cy="173736"/>
          </a:xfrm>
          <a:prstGeom prst="rect">
            <a:avLst/>
          </a:prstGeom>
          <a:noFill/>
        </p:spPr>
        <p:txBody>
          <a:bodyPr wrap="none">
            <a:spAutoFit/>
          </a:bodyPr>
          <a:lstStyle/>
          <a:p>
            <a:pPr algn="ctr" marL="0" indent="0">
              <a:buNone/>
            </a:pPr>
            <a:r>
              <a:rPr sz="850" b="1">
                <a:solidFill>
                  <a:srgbClr val="7C2529"/>
                </a:solidFill>
              </a:rPr>
              <a:t>The Transformer (HF)</a:t>
            </a:r>
          </a:p>
        </p:txBody>
      </p:sp>
      <p:pic>
        <p:nvPicPr>
          <p:cNvPr id="7" name="Picture 6" descr="The full Transformer, assembled"/>
          <p:cNvPicPr>
            <a:picLocks noChangeAspect="1"/>
          </p:cNvPicPr>
          <p:nvPr/>
        </p:nvPicPr>
        <p:blipFill>
          <a:blip r:embed="rId5"/>
          <a:stretch>
            <a:fillRect/>
          </a:stretch>
        </p:blipFill>
        <p:spPr>
          <a:xfrm>
            <a:off x="3437984" y="1207008"/>
            <a:ext cx="2268032" cy="3461004"/>
          </a:xfrm>
          <a:prstGeom prst="rect">
            <a:avLst/>
          </a:prstGeom>
        </p:spPr>
      </p:pic>
      <p:sp>
        <p:nvSpPr>
          <p:cNvPr id="8" name="TextBox 7"/>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Vaswani et al. 2017 (arXiv:1706.03762), Fig. 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Encoder, decoder, or both?</a:t>
            </a:r>
          </a:p>
        </p:txBody>
      </p:sp>
      <p:sp>
        <p:nvSpPr>
          <p:cNvPr id="5" name="Rounded Rectangle 4"/>
          <p:cNvSpPr/>
          <p:nvPr/>
        </p:nvSpPr>
        <p:spPr>
          <a:xfrm>
            <a:off x="457200" y="2399220"/>
            <a:ext cx="2645664" cy="948563"/>
          </a:xfrm>
          <a:prstGeom prst="roundRect">
            <a:avLst>
              <a:gd name="adj" fmla="val 1253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545524"/>
            <a:ext cx="2279904" cy="655955"/>
          </a:xfrm>
          <a:prstGeom prst="rect">
            <a:avLst/>
          </a:prstGeom>
          <a:noFill/>
        </p:spPr>
        <p:txBody>
          <a:bodyPr wrap="square" anchor="t" lIns="0" rIns="0" tIns="0" bIns="0">
            <a:spAutoFit/>
          </a:bodyPr>
          <a:lstStyle/>
          <a:p>
            <a:pPr marL="0" indent="0" algn="l">
              <a:spcAft>
                <a:spcPts val="600"/>
              </a:spcAft>
              <a:buNone/>
            </a:pPr>
            <a:r>
              <a:rPr sz="950" b="1" spc="70">
                <a:solidFill>
                  <a:srgbClr val="86868B"/>
                </a:solidFill>
                <a:latin typeface="Helvetica Neue"/>
              </a:rPr>
              <a:t>ENCODER-ONLY</a:t>
            </a:r>
          </a:p>
          <a:p>
            <a:pPr marL="0" indent="0">
              <a:spcAft>
                <a:spcPts val="300"/>
              </a:spcAft>
              <a:buNone/>
            </a:pPr>
            <a:r>
              <a:rPr sz="1050" b="0" u="none">
                <a:solidFill>
                  <a:srgbClr val="1D1D1F"/>
                </a:solidFill>
                <a:latin typeface="Menlo"/>
              </a:rPr>
              <a:t>bidirectional understanding</a:t>
            </a:r>
          </a:p>
          <a:p>
            <a:pPr marL="0" indent="0" algn="l">
              <a:spcAft>
                <a:spcPts val="200"/>
              </a:spcAft>
              <a:buNone/>
            </a:pPr>
            <a:r>
              <a:rPr sz="900" b="0">
                <a:solidFill>
                  <a:srgbClr val="86868B"/>
                </a:solidFill>
                <a:latin typeface="Helvetica Neue"/>
              </a:rPr>
              <a:t>BERT</a:t>
            </a:r>
          </a:p>
        </p:txBody>
      </p:sp>
      <p:sp>
        <p:nvSpPr>
          <p:cNvPr id="7" name="Rounded Rectangle 6"/>
          <p:cNvSpPr/>
          <p:nvPr/>
        </p:nvSpPr>
        <p:spPr>
          <a:xfrm>
            <a:off x="3249168" y="2399220"/>
            <a:ext cx="2645664" cy="948563"/>
          </a:xfrm>
          <a:prstGeom prst="roundRect">
            <a:avLst>
              <a:gd name="adj" fmla="val 1253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432048" y="2545524"/>
            <a:ext cx="2279904" cy="655955"/>
          </a:xfrm>
          <a:prstGeom prst="rect">
            <a:avLst/>
          </a:prstGeom>
          <a:noFill/>
        </p:spPr>
        <p:txBody>
          <a:bodyPr wrap="square" anchor="t" lIns="0" rIns="0" tIns="0" bIns="0">
            <a:spAutoFit/>
          </a:bodyPr>
          <a:lstStyle/>
          <a:p>
            <a:pPr marL="0" indent="0" algn="l">
              <a:spcAft>
                <a:spcPts val="600"/>
              </a:spcAft>
              <a:buNone/>
            </a:pPr>
            <a:r>
              <a:rPr sz="950" b="1" spc="70">
                <a:solidFill>
                  <a:srgbClr val="86868B"/>
                </a:solidFill>
                <a:latin typeface="Helvetica Neue"/>
              </a:rPr>
              <a:t>DECODER-ONLY</a:t>
            </a:r>
          </a:p>
          <a:p>
            <a:pPr marL="0" indent="0">
              <a:spcAft>
                <a:spcPts val="300"/>
              </a:spcAft>
              <a:buNone/>
            </a:pPr>
            <a:r>
              <a:rPr sz="1050" b="0" u="none">
                <a:solidFill>
                  <a:srgbClr val="1D1D1F"/>
                </a:solidFill>
                <a:latin typeface="Menlo"/>
              </a:rPr>
              <a:t>autoregressive generation</a:t>
            </a:r>
          </a:p>
          <a:p>
            <a:pPr marL="0" indent="0" algn="l">
              <a:spcAft>
                <a:spcPts val="200"/>
              </a:spcAft>
              <a:buNone/>
            </a:pPr>
            <a:r>
              <a:rPr sz="900" b="0">
                <a:solidFill>
                  <a:srgbClr val="86868B"/>
                </a:solidFill>
                <a:latin typeface="Helvetica Neue"/>
              </a:rPr>
              <a:t>GPT</a:t>
            </a:r>
          </a:p>
        </p:txBody>
      </p:sp>
      <p:sp>
        <p:nvSpPr>
          <p:cNvPr id="9" name="Rounded Rectangle 8"/>
          <p:cNvSpPr/>
          <p:nvPr/>
        </p:nvSpPr>
        <p:spPr>
          <a:xfrm>
            <a:off x="6041136" y="2399220"/>
            <a:ext cx="2645664" cy="948563"/>
          </a:xfrm>
          <a:prstGeom prst="roundRect">
            <a:avLst>
              <a:gd name="adj" fmla="val 1253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24016" y="2545524"/>
            <a:ext cx="2279904" cy="655955"/>
          </a:xfrm>
          <a:prstGeom prst="rect">
            <a:avLst/>
          </a:prstGeom>
          <a:noFill/>
        </p:spPr>
        <p:txBody>
          <a:bodyPr wrap="square" anchor="t" lIns="0" rIns="0" tIns="0" bIns="0">
            <a:spAutoFit/>
          </a:bodyPr>
          <a:lstStyle/>
          <a:p>
            <a:pPr marL="0" indent="0" algn="l">
              <a:spcAft>
                <a:spcPts val="600"/>
              </a:spcAft>
              <a:buNone/>
            </a:pPr>
            <a:r>
              <a:rPr sz="950" b="1" spc="70">
                <a:solidFill>
                  <a:srgbClr val="86868B"/>
                </a:solidFill>
                <a:latin typeface="Helvetica Neue"/>
              </a:rPr>
              <a:t>ENCODER-DECODER</a:t>
            </a:r>
          </a:p>
          <a:p>
            <a:pPr marL="0" indent="0">
              <a:spcAft>
                <a:spcPts val="300"/>
              </a:spcAft>
              <a:buNone/>
            </a:pPr>
            <a:r>
              <a:rPr sz="1050" b="0" u="none">
                <a:solidFill>
                  <a:srgbClr val="1D1D1F"/>
                </a:solidFill>
                <a:latin typeface="Menlo"/>
              </a:rPr>
              <a:t>sequence to sequence</a:t>
            </a:r>
          </a:p>
          <a:p>
            <a:pPr marL="0" indent="0" algn="l">
              <a:spcAft>
                <a:spcPts val="200"/>
              </a:spcAft>
              <a:buNone/>
            </a:pPr>
            <a:r>
              <a:rPr sz="900" b="0">
                <a:solidFill>
                  <a:srgbClr val="86868B"/>
                </a:solidFill>
                <a:latin typeface="Helvetica Neue"/>
              </a:rPr>
              <a:t>T5, and the original paper</a:t>
            </a:r>
          </a:p>
        </p:txBody>
      </p:sp>
      <p:sp>
        <p:nvSpPr>
          <p:cNvPr id="11" name="TextBox 10"/>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Why the Transformer won</a:t>
            </a:r>
          </a:p>
        </p:txBody>
      </p:sp>
      <p:sp>
        <p:nvSpPr>
          <p:cNvPr id="5" name="Rounded Rectangle 4"/>
          <p:cNvSpPr/>
          <p:nvPr/>
        </p:nvSpPr>
        <p:spPr>
          <a:xfrm>
            <a:off x="457200" y="2281428"/>
            <a:ext cx="4041648" cy="1184148"/>
          </a:xfrm>
          <a:prstGeom prst="roundRect">
            <a:avLst>
              <a:gd name="adj" fmla="val 10038"/>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2427732"/>
            <a:ext cx="3675888" cy="891540"/>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RNN, EVEN WITH ATTENTION</a:t>
            </a:r>
          </a:p>
          <a:p>
            <a:pPr marL="0" indent="0">
              <a:spcAft>
                <a:spcPts val="300"/>
              </a:spcAft>
              <a:buNone/>
            </a:pPr>
            <a:r>
              <a:rPr sz="1900" b="0" u="none">
                <a:solidFill>
                  <a:srgbClr val="1D1D1F"/>
                </a:solidFill>
                <a:latin typeface="Menlo"/>
              </a:rPr>
              <a:t>99 links from w1 to w100</a:t>
            </a:r>
          </a:p>
          <a:p>
            <a:pPr marL="0" indent="0" algn="l">
              <a:spcAft>
                <a:spcPts val="200"/>
              </a:spcAft>
              <a:buNone/>
            </a:pPr>
            <a:r>
              <a:rPr sz="1200" b="0">
                <a:solidFill>
                  <a:srgbClr val="86868B"/>
                </a:solidFill>
                <a:latin typeface="Helvetica Neue"/>
              </a:rPr>
              <a:t>Signal hops through every state, and one word at a time.</a:t>
            </a:r>
          </a:p>
        </p:txBody>
      </p:sp>
      <p:sp>
        <p:nvSpPr>
          <p:cNvPr id="7" name="Rounded Rectangle 6"/>
          <p:cNvSpPr/>
          <p:nvPr/>
        </p:nvSpPr>
        <p:spPr>
          <a:xfrm>
            <a:off x="4645152" y="2281428"/>
            <a:ext cx="4041648" cy="1184148"/>
          </a:xfrm>
          <a:prstGeom prst="roundRect">
            <a:avLst>
              <a:gd name="adj" fmla="val 10038"/>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828032" y="2427732"/>
            <a:ext cx="3675888" cy="891540"/>
          </a:xfrm>
          <a:prstGeom prst="rect">
            <a:avLst/>
          </a:prstGeom>
          <a:noFill/>
        </p:spPr>
        <p:txBody>
          <a:bodyPr wrap="square" anchor="t" lIns="0" rIns="0" tIns="0" bIns="0">
            <a:spAutoFit/>
          </a:bodyPr>
          <a:lstStyle/>
          <a:p>
            <a:pPr marL="0" indent="0" algn="l">
              <a:spcAft>
                <a:spcPts val="600"/>
              </a:spcAft>
              <a:buNone/>
            </a:pPr>
            <a:r>
              <a:rPr sz="1100" b="1" spc="70">
                <a:solidFill>
                  <a:srgbClr val="86868B"/>
                </a:solidFill>
                <a:latin typeface="Helvetica Neue"/>
              </a:rPr>
              <a:t>TRANSFORMER</a:t>
            </a:r>
          </a:p>
          <a:p>
            <a:pPr marL="0" indent="0">
              <a:spcAft>
                <a:spcPts val="300"/>
              </a:spcAft>
              <a:buNone/>
            </a:pPr>
            <a:r>
              <a:rPr sz="1900" b="0" u="none">
                <a:solidFill>
                  <a:srgbClr val="1D1D1F"/>
                </a:solidFill>
                <a:latin typeface="Menlo"/>
              </a:rPr>
              <a:t>1 hop, at any distance</a:t>
            </a:r>
          </a:p>
          <a:p>
            <a:pPr marL="0" indent="0" algn="l">
              <a:spcAft>
                <a:spcPts val="200"/>
              </a:spcAft>
              <a:buNone/>
            </a:pPr>
            <a:r>
              <a:rPr sz="1200" b="0">
                <a:solidFill>
                  <a:srgbClr val="86868B"/>
                </a:solidFill>
                <a:latin typeface="Helvetica Neue"/>
              </a:rPr>
              <a:t>Every pair connects directly, and all positions compute at once.</a:t>
            </a:r>
          </a:p>
        </p:txBody>
      </p:sp>
      <p:sp>
        <p:nvSpPr>
          <p:cNvPr id="9" name="TextBox 8"/>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Break</a:t>
            </a:r>
          </a:p>
        </p:txBody>
      </p:sp>
      <p:pic>
        <p:nvPicPr>
          <p:cNvPr id="5" name="Picture 4" descr="Then you go and poke at a real one."/>
          <p:cNvPicPr>
            <a:picLocks noChangeAspect="1"/>
          </p:cNvPicPr>
          <p:nvPr/>
        </p:nvPicPr>
        <p:blipFill>
          <a:blip r:embed="rId2"/>
          <a:stretch>
            <a:fillRect/>
          </a:stretch>
        </p:blipFill>
        <p:spPr>
          <a:xfrm>
            <a:off x="274320" y="1280312"/>
            <a:ext cx="8595360" cy="3186380"/>
          </a:xfrm>
          <a:prstGeom prst="rect">
            <a:avLst/>
          </a:prstGeom>
        </p:spPr>
      </p:pic>
      <p:sp>
        <p:nvSpPr>
          <p:cNvPr id="6" name="TextBox 5"/>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57200" y="256032"/>
            <a:ext cx="8229600" cy="822960"/>
          </a:xfrm>
        </p:spPr>
        <p:txBody>
          <a:bodyPr wrap="square"/>
          <a:lstStyle/>
          <a:p>
            <a:pPr marL="0" indent="0">
              <a:buNone/>
            </a:pPr>
            <a:r>
              <a:t>Experiment on a language model</a:t>
            </a:r>
          </a:p>
        </p:txBody>
      </p:sp>
      <p:sp>
        <p:nvSpPr>
          <p:cNvPr id="5" name="Rounded Rectangle 4"/>
          <p:cNvSpPr/>
          <p:nvPr/>
        </p:nvSpPr>
        <p:spPr>
          <a:xfrm>
            <a:off x="457200" y="1078992"/>
            <a:ext cx="8229600" cy="521970"/>
          </a:xfrm>
          <a:prstGeom prst="roundRect">
            <a:avLst>
              <a:gd name="adj" fmla="val 1927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94944" y="1078992"/>
            <a:ext cx="475488" cy="521970"/>
          </a:xfrm>
          <a:prstGeom prst="rect">
            <a:avLst/>
          </a:prstGeom>
          <a:noFill/>
        </p:spPr>
        <p:txBody>
          <a:bodyPr wrap="none" anchor="ctr" lIns="0" rIns="0" tIns="0" bIns="0">
            <a:spAutoFit/>
          </a:bodyPr>
          <a:lstStyle/>
          <a:p>
            <a:pPr marL="0" indent="0" algn="l">
              <a:spcAft>
                <a:spcPts val="0"/>
              </a:spcAft>
              <a:buNone/>
            </a:pPr>
            <a:r>
              <a:rPr sz="2200" b="1">
                <a:solidFill>
                  <a:srgbClr val="1D1D1F"/>
                </a:solidFill>
                <a:latin typeface="Helvetica Neue"/>
              </a:rPr>
              <a:t>1</a:t>
            </a:r>
          </a:p>
        </p:txBody>
      </p:sp>
      <p:sp>
        <p:nvSpPr>
          <p:cNvPr id="7" name="TextBox 6"/>
          <p:cNvSpPr txBox="1"/>
          <p:nvPr/>
        </p:nvSpPr>
        <p:spPr>
          <a:xfrm>
            <a:off x="1170432" y="1078992"/>
            <a:ext cx="7278624" cy="521970"/>
          </a:xfrm>
          <a:prstGeom prst="rect">
            <a:avLst/>
          </a:prstGeom>
          <a:noFill/>
        </p:spPr>
        <p:txBody>
          <a:bodyPr wrap="square" anchor="ctr" lIns="0" rIns="0" tIns="0" bIns="0">
            <a:spAutoFit/>
          </a:bodyPr>
          <a:lstStyle/>
          <a:p>
            <a:pPr marL="0" indent="0" algn="l">
              <a:spcAft>
                <a:spcPts val="0"/>
              </a:spcAft>
              <a:buNone/>
            </a:pPr>
            <a:r>
              <a:rPr sz="1600" b="0">
                <a:solidFill>
                  <a:srgbClr val="1D1D1F"/>
                </a:solidFill>
                <a:latin typeface="Menlo"/>
              </a:rPr>
              <a:t>Does it know grammar it was never taught?</a:t>
            </a:r>
          </a:p>
        </p:txBody>
      </p:sp>
      <p:sp>
        <p:nvSpPr>
          <p:cNvPr id="8" name="Rounded Rectangle 7"/>
          <p:cNvSpPr/>
          <p:nvPr/>
        </p:nvSpPr>
        <p:spPr>
          <a:xfrm>
            <a:off x="457200" y="1692402"/>
            <a:ext cx="8229600" cy="521970"/>
          </a:xfrm>
          <a:prstGeom prst="roundRect">
            <a:avLst>
              <a:gd name="adj" fmla="val 1927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94944" y="1692402"/>
            <a:ext cx="475488" cy="521970"/>
          </a:xfrm>
          <a:prstGeom prst="rect">
            <a:avLst/>
          </a:prstGeom>
          <a:noFill/>
        </p:spPr>
        <p:txBody>
          <a:bodyPr wrap="none" anchor="ctr" lIns="0" rIns="0" tIns="0" bIns="0">
            <a:spAutoFit/>
          </a:bodyPr>
          <a:lstStyle/>
          <a:p>
            <a:pPr marL="0" indent="0" algn="l">
              <a:spcAft>
                <a:spcPts val="0"/>
              </a:spcAft>
              <a:buNone/>
            </a:pPr>
            <a:r>
              <a:rPr sz="2200" b="1">
                <a:solidFill>
                  <a:srgbClr val="1D1D1F"/>
                </a:solidFill>
                <a:latin typeface="Helvetica Neue"/>
              </a:rPr>
              <a:t>2</a:t>
            </a:r>
          </a:p>
        </p:txBody>
      </p:sp>
      <p:sp>
        <p:nvSpPr>
          <p:cNvPr id="10" name="TextBox 9"/>
          <p:cNvSpPr txBox="1"/>
          <p:nvPr/>
        </p:nvSpPr>
        <p:spPr>
          <a:xfrm>
            <a:off x="1170432" y="1692402"/>
            <a:ext cx="7278624" cy="521970"/>
          </a:xfrm>
          <a:prstGeom prst="rect">
            <a:avLst/>
          </a:prstGeom>
          <a:noFill/>
        </p:spPr>
        <p:txBody>
          <a:bodyPr wrap="square" anchor="ctr" lIns="0" rIns="0" tIns="0" bIns="0">
            <a:spAutoFit/>
          </a:bodyPr>
          <a:lstStyle/>
          <a:p>
            <a:pPr marL="0" indent="0" algn="l">
              <a:spcAft>
                <a:spcPts val="0"/>
              </a:spcAft>
              <a:buNone/>
            </a:pPr>
            <a:r>
              <a:rPr sz="1600" b="0">
                <a:solidFill>
                  <a:srgbClr val="1D1D1F"/>
                </a:solidFill>
                <a:latin typeface="Menlo"/>
              </a:rPr>
              <a:t>Does it know facts? Try several countries</a:t>
            </a:r>
          </a:p>
        </p:txBody>
      </p:sp>
      <p:sp>
        <p:nvSpPr>
          <p:cNvPr id="11" name="Rounded Rectangle 10"/>
          <p:cNvSpPr/>
          <p:nvPr/>
        </p:nvSpPr>
        <p:spPr>
          <a:xfrm>
            <a:off x="457200" y="2305812"/>
            <a:ext cx="8229600" cy="521970"/>
          </a:xfrm>
          <a:prstGeom prst="roundRect">
            <a:avLst>
              <a:gd name="adj" fmla="val 1927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94944" y="2305812"/>
            <a:ext cx="475488" cy="521970"/>
          </a:xfrm>
          <a:prstGeom prst="rect">
            <a:avLst/>
          </a:prstGeom>
          <a:noFill/>
        </p:spPr>
        <p:txBody>
          <a:bodyPr wrap="none" anchor="ctr" lIns="0" rIns="0" tIns="0" bIns="0">
            <a:spAutoFit/>
          </a:bodyPr>
          <a:lstStyle/>
          <a:p>
            <a:pPr marL="0" indent="0" algn="l">
              <a:spcAft>
                <a:spcPts val="0"/>
              </a:spcAft>
              <a:buNone/>
            </a:pPr>
            <a:r>
              <a:rPr sz="2200" b="1">
                <a:solidFill>
                  <a:srgbClr val="1D1D1F"/>
                </a:solidFill>
                <a:latin typeface="Helvetica Neue"/>
              </a:rPr>
              <a:t>3</a:t>
            </a:r>
          </a:p>
        </p:txBody>
      </p:sp>
      <p:sp>
        <p:nvSpPr>
          <p:cNvPr id="13" name="TextBox 12"/>
          <p:cNvSpPr txBox="1"/>
          <p:nvPr/>
        </p:nvSpPr>
        <p:spPr>
          <a:xfrm>
            <a:off x="1170432" y="2305812"/>
            <a:ext cx="7278624" cy="521970"/>
          </a:xfrm>
          <a:prstGeom prst="rect">
            <a:avLst/>
          </a:prstGeom>
          <a:noFill/>
        </p:spPr>
        <p:txBody>
          <a:bodyPr wrap="square" anchor="ctr" lIns="0" rIns="0" tIns="0" bIns="0">
            <a:spAutoFit/>
          </a:bodyPr>
          <a:lstStyle/>
          <a:p>
            <a:pPr marL="0" indent="0" algn="l">
              <a:spcAft>
                <a:spcPts val="0"/>
              </a:spcAft>
              <a:buNone/>
            </a:pPr>
            <a:r>
              <a:rPr sz="1600" b="0">
                <a:solidFill>
                  <a:srgbClr val="1D1D1F"/>
                </a:solidFill>
                <a:latin typeface="Menlo"/>
              </a:rPr>
              <a:t>Does "not" change what it predicts?</a:t>
            </a:r>
          </a:p>
        </p:txBody>
      </p:sp>
      <p:sp>
        <p:nvSpPr>
          <p:cNvPr id="14" name="Rounded Rectangle 13"/>
          <p:cNvSpPr/>
          <p:nvPr/>
        </p:nvSpPr>
        <p:spPr>
          <a:xfrm>
            <a:off x="457200" y="2919222"/>
            <a:ext cx="8229600" cy="521970"/>
          </a:xfrm>
          <a:prstGeom prst="roundRect">
            <a:avLst>
              <a:gd name="adj" fmla="val 1927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4944" y="2919222"/>
            <a:ext cx="475488" cy="521970"/>
          </a:xfrm>
          <a:prstGeom prst="rect">
            <a:avLst/>
          </a:prstGeom>
          <a:noFill/>
        </p:spPr>
        <p:txBody>
          <a:bodyPr wrap="none" anchor="ctr" lIns="0" rIns="0" tIns="0" bIns="0">
            <a:spAutoFit/>
          </a:bodyPr>
          <a:lstStyle/>
          <a:p>
            <a:pPr marL="0" indent="0" algn="l">
              <a:spcAft>
                <a:spcPts val="0"/>
              </a:spcAft>
              <a:buNone/>
            </a:pPr>
            <a:r>
              <a:rPr sz="2200" b="1">
                <a:solidFill>
                  <a:srgbClr val="1D1D1F"/>
                </a:solidFill>
                <a:latin typeface="Helvetica Neue"/>
              </a:rPr>
              <a:t>4</a:t>
            </a:r>
          </a:p>
        </p:txBody>
      </p:sp>
      <p:sp>
        <p:nvSpPr>
          <p:cNvPr id="16" name="TextBox 15"/>
          <p:cNvSpPr txBox="1"/>
          <p:nvPr/>
        </p:nvSpPr>
        <p:spPr>
          <a:xfrm>
            <a:off x="1170432" y="2919222"/>
            <a:ext cx="7278624" cy="521970"/>
          </a:xfrm>
          <a:prstGeom prst="rect">
            <a:avLst/>
          </a:prstGeom>
          <a:noFill/>
        </p:spPr>
        <p:txBody>
          <a:bodyPr wrap="square" anchor="ctr" lIns="0" rIns="0" tIns="0" bIns="0">
            <a:spAutoFit/>
          </a:bodyPr>
          <a:lstStyle/>
          <a:p>
            <a:pPr marL="0" indent="0" algn="l">
              <a:spcAft>
                <a:spcPts val="0"/>
              </a:spcAft>
              <a:buNone/>
            </a:pPr>
            <a:r>
              <a:rPr sz="1600" b="0">
                <a:solidFill>
                  <a:srgbClr val="1D1D1F"/>
                </a:solidFill>
                <a:latin typeface="Menlo"/>
              </a:rPr>
              <a:t>Same prompt three times. Same answer?</a:t>
            </a:r>
          </a:p>
        </p:txBody>
      </p:sp>
      <p:sp>
        <p:nvSpPr>
          <p:cNvPr id="17" name="Rounded Rectangle 16"/>
          <p:cNvSpPr/>
          <p:nvPr/>
        </p:nvSpPr>
        <p:spPr>
          <a:xfrm>
            <a:off x="457200" y="3532632"/>
            <a:ext cx="8229600" cy="521970"/>
          </a:xfrm>
          <a:prstGeom prst="roundRect">
            <a:avLst>
              <a:gd name="adj" fmla="val 1927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3532632"/>
            <a:ext cx="475488" cy="521970"/>
          </a:xfrm>
          <a:prstGeom prst="rect">
            <a:avLst/>
          </a:prstGeom>
          <a:noFill/>
        </p:spPr>
        <p:txBody>
          <a:bodyPr wrap="none" anchor="ctr" lIns="0" rIns="0" tIns="0" bIns="0">
            <a:spAutoFit/>
          </a:bodyPr>
          <a:lstStyle/>
          <a:p>
            <a:pPr marL="0" indent="0" algn="l">
              <a:spcAft>
                <a:spcPts val="0"/>
              </a:spcAft>
              <a:buNone/>
            </a:pPr>
            <a:r>
              <a:rPr sz="2200" b="1">
                <a:solidFill>
                  <a:srgbClr val="1D1D1F"/>
                </a:solidFill>
                <a:latin typeface="Helvetica Neue"/>
              </a:rPr>
              <a:t>5</a:t>
            </a:r>
          </a:p>
        </p:txBody>
      </p:sp>
      <p:sp>
        <p:nvSpPr>
          <p:cNvPr id="19" name="TextBox 18"/>
          <p:cNvSpPr txBox="1"/>
          <p:nvPr/>
        </p:nvSpPr>
        <p:spPr>
          <a:xfrm>
            <a:off x="1170432" y="3532632"/>
            <a:ext cx="7278624" cy="521970"/>
          </a:xfrm>
          <a:prstGeom prst="rect">
            <a:avLst/>
          </a:prstGeom>
          <a:noFill/>
        </p:spPr>
        <p:txBody>
          <a:bodyPr wrap="square" anchor="ctr" lIns="0" rIns="0" tIns="0" bIns="0">
            <a:spAutoFit/>
          </a:bodyPr>
          <a:lstStyle/>
          <a:p>
            <a:pPr marL="0" indent="0" algn="l">
              <a:spcAft>
                <a:spcPts val="0"/>
              </a:spcAft>
              <a:buNone/>
            </a:pPr>
            <a:r>
              <a:rPr sz="1600" b="0">
                <a:solidFill>
                  <a:srgbClr val="1D1D1F"/>
                </a:solidFill>
                <a:latin typeface="Menlo"/>
              </a:rPr>
              <a:t>What does temperature change?</a:t>
            </a:r>
          </a:p>
        </p:txBody>
      </p:sp>
      <p:sp>
        <p:nvSpPr>
          <p:cNvPr id="20" name="Rounded Rectangle 19"/>
          <p:cNvSpPr/>
          <p:nvPr/>
        </p:nvSpPr>
        <p:spPr>
          <a:xfrm>
            <a:off x="457200" y="4146042"/>
            <a:ext cx="8229600" cy="521970"/>
          </a:xfrm>
          <a:prstGeom prst="roundRect">
            <a:avLst>
              <a:gd name="adj" fmla="val 1927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94944" y="4146042"/>
            <a:ext cx="475488" cy="521970"/>
          </a:xfrm>
          <a:prstGeom prst="rect">
            <a:avLst/>
          </a:prstGeom>
          <a:noFill/>
        </p:spPr>
        <p:txBody>
          <a:bodyPr wrap="none" anchor="ctr" lIns="0" rIns="0" tIns="0" bIns="0">
            <a:spAutoFit/>
          </a:bodyPr>
          <a:lstStyle/>
          <a:p>
            <a:pPr marL="0" indent="0" algn="l">
              <a:spcAft>
                <a:spcPts val="0"/>
              </a:spcAft>
              <a:buNone/>
            </a:pPr>
            <a:r>
              <a:rPr sz="2200" b="1">
                <a:solidFill>
                  <a:srgbClr val="1D1D1F"/>
                </a:solidFill>
                <a:latin typeface="Helvetica Neue"/>
              </a:rPr>
              <a:t>6</a:t>
            </a:r>
          </a:p>
        </p:txBody>
      </p:sp>
      <p:sp>
        <p:nvSpPr>
          <p:cNvPr id="22" name="TextBox 21"/>
          <p:cNvSpPr txBox="1"/>
          <p:nvPr/>
        </p:nvSpPr>
        <p:spPr>
          <a:xfrm>
            <a:off x="1170432" y="4146042"/>
            <a:ext cx="7278624" cy="521970"/>
          </a:xfrm>
          <a:prstGeom prst="rect">
            <a:avLst/>
          </a:prstGeom>
          <a:noFill/>
        </p:spPr>
        <p:txBody>
          <a:bodyPr wrap="square" anchor="ctr" lIns="0" rIns="0" tIns="0" bIns="0">
            <a:spAutoFit/>
          </a:bodyPr>
          <a:lstStyle/>
          <a:p>
            <a:pPr marL="0" indent="0" algn="l">
              <a:spcAft>
                <a:spcPts val="0"/>
              </a:spcAft>
              <a:buNone/>
            </a:pPr>
            <a:r>
              <a:rPr sz="1600" b="0">
                <a:solidFill>
                  <a:srgbClr val="1D1D1F"/>
                </a:solidFill>
                <a:latin typeface="Menlo"/>
              </a:rPr>
              <a:t>Who does it assume the doctor is?</a:t>
            </a:r>
          </a:p>
        </p:txBody>
      </p:sp>
      <p:sp>
        <p:nvSpPr>
          <p:cNvPr id="23" name="TextBox 22"/>
          <p:cNvSpPr txBox="1"/>
          <p:nvPr/>
        </p:nvSpPr>
        <p:spPr>
          <a:xfrm>
            <a:off x="457200" y="4759452"/>
            <a:ext cx="8229600" cy="292608"/>
          </a:xfrm>
          <a:prstGeom prst="rect">
            <a:avLst/>
          </a:prstGeom>
          <a:noFill/>
        </p:spPr>
        <p:txBody>
          <a:bodyPr wrap="square">
            <a:spAutoFit/>
          </a:bodyPr>
          <a:lstStyle/>
          <a:p>
            <a:pPr>
              <a:defRPr sz="900">
                <a:solidFill>
                  <a:srgbClr val="FFFFFF"/>
                </a:solidFill>
              </a:defRPr>
            </a:pPr>
            <a:r>
              <a:t>Source: original figure; distilbert-base-uncased and distilgpt2 in today's notebook</a:t>
            </a:r>
          </a:p>
        </p:txBody>
      </p:sp>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434343"/>
      </a:dk1>
      <a:lt1>
        <a:srgbClr val="FFFFFF"/>
      </a:lt1>
      <a:dk2>
        <a:srgbClr val="818387"/>
      </a:dk2>
      <a:lt2>
        <a:srgbClr val="F6F7FA"/>
      </a:lt2>
      <a:accent1>
        <a:srgbClr val="723130"/>
      </a:accent1>
      <a:accent2>
        <a:srgbClr val="818387"/>
      </a:accent2>
      <a:accent3>
        <a:srgbClr val="FFB600"/>
      </a:accent3>
      <a:accent4>
        <a:srgbClr val="738D33"/>
      </a:accent4>
      <a:accent5>
        <a:srgbClr val="625578"/>
      </a:accent5>
      <a:accent6>
        <a:srgbClr val="498DA0"/>
      </a:accent6>
      <a:hlink>
        <a:srgbClr val="B1B4B5"/>
      </a:hlink>
      <a:folHlink>
        <a:srgbClr val="B0B1B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