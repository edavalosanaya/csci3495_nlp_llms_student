
<file path=[Content_Types].xml><?xml version="1.0" encoding="utf-8"?>
<Types xmlns="http://schemas.openxmlformats.org/package/2006/content-types">
  <Default Extension="fntdata" ContentType="application/x-fontdata"/>
  <Default Extension="gif" ContentType="image/gif"/>
  <Default Extension="jpg" ContentType="image/jpeg"/>
  <Default Extension="png" ContentType="image/png"/>
  <Default Extension="rels" ContentType="application/vnd.openxmlformats-package.relationships+xml"/>
  <Default Extension="xml" ContentType="application/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embedTrueTypeFonts="1" strictFirstAndLastChars="0" saveSubsetFonts="1">
  <p:sldMasterIdLst>
    <p:sldMasterId id="2147483668" r:id="rId3"/>
  </p:sldMasterIdLst>
  <p:notesMasterIdLst>
    <p:notesMasterId r:id="rId4"/>
  </p:notesMasterIdLst>
  <p:sldIdLst>
    <p:sldId id="256" r:id="rId21"/>
    <p:sldId id="257" r:id="rId22"/>
    <p:sldId id="258" r:id="rId20"/>
    <p:sldId id="259" r:id="rId19"/>
    <p:sldId id="260" r:id="rId18"/>
    <p:sldId id="261" r:id="rId17"/>
    <p:sldId id="262" r:id="rId16"/>
    <p:sldId id="263" r:id="rId15"/>
    <p:sldId id="264" r:id="rId14"/>
    <p:sldId id="265" r:id="rId13"/>
    <p:sldId id="266" r:id="rId12"/>
    <p:sldId id="267" r:id="rId11"/>
    <p:sldId id="268" r:id="rId10"/>
    <p:sldId id="269" r:id="rId9"/>
    <p:sldId id="270" r:id="rId8"/>
    <p:sldId id="271" r:id="rId7"/>
    <p:sldId id="272" r:id="rId6"/>
    <p:sldId id="273" r:id="rId5"/>
    <p:sldId id="274" r:id="rId39"/>
    <p:sldId id="275" r:id="rId40"/>
    <p:sldId id="276" r:id="rId41"/>
    <p:sldId id="277" r:id="rId42"/>
    <p:sldId id="278" r:id="rId43"/>
    <p:sldId id="279" r:id="rId44"/>
    <p:sldId id="280" r:id="rId45"/>
  </p:sldIdLst>
  <p:sldSz cy="5143500" cx="9144000"/>
  <p:notesSz cx="6858000" cy="9144000"/>
  <p:embeddedFontLst>
    <p:embeddedFont>
      <p:font typeface="Roboto"/>
      <p:regular r:id="rId23"/>
      <p:bold r:id="rId24"/>
      <p:italic r:id="rId25"/>
      <p:boldItalic r:id="rId26"/>
    </p:embeddedFont>
    <p:embeddedFont>
      <p:font typeface="Playfair Display"/>
      <p:regular r:id="rId27"/>
      <p:bold r:id="rId28"/>
      <p:italic r:id="rId29"/>
      <p:boldItalic r:id="rId30"/>
    </p:embeddedFont>
    <p:embeddedFont>
      <p:font typeface="Roboto Mono Light"/>
      <p:regular r:id="rId31"/>
      <p:bold r:id="rId32"/>
      <p:italic r:id="rId33"/>
      <p:boldItalic r:id="rId34"/>
    </p:embeddedFont>
    <p:embeddedFont>
      <p:font typeface="Roboto Light"/>
      <p:regular r:id="rId35"/>
      <p:bold r:id="rId36"/>
      <p:italic r:id="rId37"/>
      <p:boldItalic r:id="rId38"/>
    </p:embeddedFont>
  </p:embeddedFontLst>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_rels/presentation.xml.rels><?xml version='1.0' encoding='UTF-8' standalone='yes'?>
<Relationships xmlns="http://schemas.openxmlformats.org/package/2006/relationships"><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5" Type="http://schemas.openxmlformats.org/officeDocument/2006/relationships/slide" Target="slides/slide18.xml"/><Relationship Id="rId6" Type="http://schemas.openxmlformats.org/officeDocument/2006/relationships/slide" Target="slides/slide17.xml"/><Relationship Id="rId7" Type="http://schemas.openxmlformats.org/officeDocument/2006/relationships/slide" Target="slides/slide16.xml"/><Relationship Id="rId8" Type="http://schemas.openxmlformats.org/officeDocument/2006/relationships/slide" Target="slides/slide15.xml"/><Relationship Id="rId9" Type="http://schemas.openxmlformats.org/officeDocument/2006/relationships/slide" Target="slides/slide14.xml"/><Relationship Id="rId10" Type="http://schemas.openxmlformats.org/officeDocument/2006/relationships/slide" Target="slides/slide13.xml"/><Relationship Id="rId11" Type="http://schemas.openxmlformats.org/officeDocument/2006/relationships/slide" Target="slides/slide12.xml"/><Relationship Id="rId12" Type="http://schemas.openxmlformats.org/officeDocument/2006/relationships/slide" Target="slides/slide11.xml"/><Relationship Id="rId13" Type="http://schemas.openxmlformats.org/officeDocument/2006/relationships/slide" Target="slides/slide10.xml"/><Relationship Id="rId14" Type="http://schemas.openxmlformats.org/officeDocument/2006/relationships/slide" Target="slides/slide9.xml"/><Relationship Id="rId15" Type="http://schemas.openxmlformats.org/officeDocument/2006/relationships/slide" Target="slides/slide8.xml"/><Relationship Id="rId16" Type="http://schemas.openxmlformats.org/officeDocument/2006/relationships/slide" Target="slides/slide7.xml"/><Relationship Id="rId17" Type="http://schemas.openxmlformats.org/officeDocument/2006/relationships/slide" Target="slides/slide6.xml"/><Relationship Id="rId18" Type="http://schemas.openxmlformats.org/officeDocument/2006/relationships/slide" Target="slides/slide5.xml"/><Relationship Id="rId19" Type="http://schemas.openxmlformats.org/officeDocument/2006/relationships/slide" Target="slides/slide4.xml"/><Relationship Id="rId20" Type="http://schemas.openxmlformats.org/officeDocument/2006/relationships/slide" Target="slides/slide3.xml"/><Relationship Id="rId21" Type="http://schemas.openxmlformats.org/officeDocument/2006/relationships/slide" Target="slides/slide1.xml"/><Relationship Id="rId22" Type="http://schemas.openxmlformats.org/officeDocument/2006/relationships/slide" Target="slides/slide2.xml"/><Relationship Id="rId23" Type="http://schemas.openxmlformats.org/officeDocument/2006/relationships/font" Target="fonts/Roboto-regular.fntdata"/><Relationship Id="rId24" Type="http://schemas.openxmlformats.org/officeDocument/2006/relationships/font" Target="fonts/Roboto-bold.fntdata"/><Relationship Id="rId25" Type="http://schemas.openxmlformats.org/officeDocument/2006/relationships/font" Target="fonts/Roboto-italic.fntdata"/><Relationship Id="rId26" Type="http://schemas.openxmlformats.org/officeDocument/2006/relationships/font" Target="fonts/Roboto-boldItalic.fntdata"/><Relationship Id="rId27" Type="http://schemas.openxmlformats.org/officeDocument/2006/relationships/font" Target="fonts/PlayfairDisplay-regular.fntdata"/><Relationship Id="rId28" Type="http://schemas.openxmlformats.org/officeDocument/2006/relationships/font" Target="fonts/PlayfairDisplay-bold.fntdata"/><Relationship Id="rId29" Type="http://schemas.openxmlformats.org/officeDocument/2006/relationships/font" Target="fonts/PlayfairDisplay-italic.fntdata"/><Relationship Id="rId30" Type="http://schemas.openxmlformats.org/officeDocument/2006/relationships/font" Target="fonts/PlayfairDisplay-boldItalic.fntdata"/><Relationship Id="rId31" Type="http://schemas.openxmlformats.org/officeDocument/2006/relationships/font" Target="fonts/RobotoMonoLight-regular.fntdata"/><Relationship Id="rId32" Type="http://schemas.openxmlformats.org/officeDocument/2006/relationships/font" Target="fonts/RobotoMonoLight-bold.fntdata"/><Relationship Id="rId33" Type="http://schemas.openxmlformats.org/officeDocument/2006/relationships/font" Target="fonts/RobotoMonoLight-italic.fntdata"/><Relationship Id="rId34" Type="http://schemas.openxmlformats.org/officeDocument/2006/relationships/font" Target="fonts/RobotoMonoLight-boldItalic.fntdata"/><Relationship Id="rId35" Type="http://schemas.openxmlformats.org/officeDocument/2006/relationships/font" Target="fonts/RobotoLight-regular.fntdata"/><Relationship Id="rId36" Type="http://schemas.openxmlformats.org/officeDocument/2006/relationships/font" Target="fonts/RobotoLight-bold.fntdata"/><Relationship Id="rId37" Type="http://schemas.openxmlformats.org/officeDocument/2006/relationships/font" Target="fonts/RobotoLight-italic.fntdata"/><Relationship Id="rId38" Type="http://schemas.openxmlformats.org/officeDocument/2006/relationships/font" Target="fonts/RobotoLight-boldItalic.fntdata"/><Relationship Id="rId39" Type="http://schemas.openxmlformats.org/officeDocument/2006/relationships/slide" Target="slides/slide19.xml"/><Relationship Id="rId40" Type="http://schemas.openxmlformats.org/officeDocument/2006/relationships/slide" Target="slides/slide20.xml"/><Relationship Id="rId41" Type="http://schemas.openxmlformats.org/officeDocument/2006/relationships/slide" Target="slides/slide21.xml"/><Relationship Id="rId42" Type="http://schemas.openxmlformats.org/officeDocument/2006/relationships/slide" Target="slides/slide22.xml"/><Relationship Id="rId43" Type="http://schemas.openxmlformats.org/officeDocument/2006/relationships/slide" Target="slides/slide23.xml"/><Relationship Id="rId44" Type="http://schemas.openxmlformats.org/officeDocument/2006/relationships/slide" Target="slides/slide24.xml"/><Relationship Id="rId45"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1143523" y="685800"/>
            <a:ext cx="45717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399" cy="4114800"/>
          </a:xfrm>
          <a:prstGeom prst="rect">
            <a:avLst/>
          </a:prstGeom>
          <a:noFill/>
          <a:ln>
            <a:noFill/>
          </a:ln>
        </p:spPr>
        <p:txBody>
          <a:bodyPr anchorCtr="0" anchor="t" bIns="91425" lIns="91425" spcFirstLastPara="1" rIns="91425" wrap="square" tIns="91425">
            <a:noAutofit/>
          </a:bodyPr>
          <a:lstStyle>
            <a:lvl1pPr indent="-228600" lvl="0" marL="457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1pPr>
            <a:lvl2pPr indent="-228600" lvl="1" marL="914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2pPr>
            <a:lvl3pPr indent="-228600" lvl="2" marL="1371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3pPr>
            <a:lvl4pPr indent="-228600" lvl="3" marL="1828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4pPr>
            <a:lvl5pPr indent="-228600" lvl="4" marL="22860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5pPr>
            <a:lvl6pPr indent="-228600" lvl="5" marL="27432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6pPr>
            <a:lvl7pPr indent="-228600" lvl="6" marL="32004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7pPr>
            <a:lvl8pPr indent="-228600" lvl="7" marL="36576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8pPr>
            <a:lvl9pPr indent="-228600" lvl="8" marL="4114800" marR="0" rtl="0" algn="l">
              <a:spcBef>
                <a:spcPts val="0"/>
              </a:spcBef>
              <a:spcAft>
                <a:spcPts val="0"/>
              </a:spcAft>
              <a:buSzPts val="1400"/>
              <a:buNone/>
              <a:defRPr b="0" i="0" sz="1100" u="none" cap="none" strike="noStrike">
                <a:solidFill>
                  <a:schemeClr val="dk1"/>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roads diverged in a wood. A language model hits a fork like this at EVERY word, with fifty thousand branches. Who picks?</a:t>
            </a:r>
          </a:p>
        </p:txBody>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Six steps. The GPT family as one recipe repeated at scale, generation one token at a time, the decoding strategies that turn a distribution into text, the GPT-3 reading, then predict-before-you-run and the decoding lab.</a:t>
            </a:r>
          </a:p>
        </p:txBody>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This week we focus on the generation side.</a:t>
            </a:r>
          </a:p>
        </p:txBody>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Decoders (GPT) attend only leftward and generate tokens; encoders (BERT) attend in both directions and output representations; encoder-decoders (the original Transformer) encode a full input, then a decoder generates from it.</a:t>
            </a:r>
          </a:p>
        </p:txBody>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release: bigger model, more data, same core recipe. Two years, roughly 1500 times more parameters, and the same objective the whole way: predict the next token.</a:t>
            </a:r>
          </a:p>
        </p:txBody>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Feed, predict, pick, repeat. That loop is the entire model at inference. Everything interesting about how a model sounds happens in step three, and step three is not the model at all.</a:t>
            </a:r>
          </a:p>
        </p:txBody>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Like a pen filling a page, the model commits to one token, then conditions on it for the next.</a:t>
            </a:r>
          </a:p>
        </p:txBody>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Worth pausing on. Most people assume the model writes the sentence. It does not. It hands you a distribution, and a decoding strategy you chose picks from it.</a:t>
            </a:r>
          </a:p>
        </p:txBody>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model reads the context and outputs a probability for every possible next word. Pick one, append it to the context, and run the model again: that loop IS autoregressive generation.</a:t>
            </a:r>
          </a:p>
        </p:txBody>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Each step: a distribution over tens of thousands to hundreds of thousands of tokens, depending on the tokenizer. How do you choose? Temperature reshapes the whole distribution before any of these: low T gives a sharper curve (more greedy, safe), high T gives a flatter one (more diverse, riskier). Greedy and beam favor accuracy; top-k and top-p favor diversity.</a:t>
            </a:r>
          </a:p>
        </p:txBody>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Always take the argmax. Same prompt in, same token out, nothing sampled. Fast and safe for code or a factual answer, and the reason generated prose goes flat and starts repeating.</a:t>
            </a:r>
          </a:p>
        </p:txBody>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Width 2, with real cumulative log-probs. Greedy's first pick loses to the sequence that finishes better.</a:t>
            </a:r>
          </a:p>
        </p:txBody>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Now the wheel spins. Sunny is the favourite but cloudy can win, and the long tail of thousands of rare tokens holds a real 13 percent between them. That tail is where both the creativity and the nonsense come from. Sampling adds diversity and surprise, which greedy decoding can never give you. But pure sampling can pick bizarre low-probability tokens, and one bad draw derails the rest of the sentence. We need to keep the sampling and cut the junk tail.</a:t>
            </a:r>
          </a:p>
        </p:txBody>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K is fixed, so it cannot adapt: too small when the model is unsure, too loose when it is confident. Top-p fixes this by sizing the set to the probability mass instead of to a count.</a:t>
            </a:r>
          </a:p>
        </p:txBody>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softmax, swept from cold to hot. The nucleus is recomputed every frame.</a:t>
            </a:r>
          </a:p>
        </p:txBody>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Follow the "all" row: 0.95 at tau 0.1, 0.25 at tau 100. Temperature never reorders the tokens, it only changes how much the ranking matters.</a:t>
            </a:r>
          </a:p>
        </p:txBody>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Match the strategy to the task. Deterministic when there is one right answer, sampled when there is not. This table is the practical takeaway of the whole lecture. There is no universal best. Pick to fit the job.</a:t>
            </a:r>
          </a:p>
        </p:txBody>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Read the loop out loud, it lands better. After think that, the top token is I again, so greedy re-picks it forever. Every fix on this slide works the same way: reshape the distribution so the argmax stops being a fixed point.</a:t>
            </a:r>
          </a:p>
        </p:txBody>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One minute alone, two in pairs, two sharing. Get a committed prediction about which knob causes the loop before anyone runs anything, because a prediction they got wrong is what makes the run memorable.</a:t>
            </a:r>
          </a:p>
        </p:txBody>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Required, quizzed: GPT-3 (Brown 2020). Optional, not quizzed: Chinchilla, Kaplan, GPT-2. Give a few examples in the prompt and the model solves the task, here English to French, with zero fine-tuning. We dig into this in Week 10.</a:t>
            </a:r>
          </a:p>
        </p:txBody>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The task: strip random symbols from a word. All sizes see the same examples, but only 175B converts each extra example into a large accuracy jump. A steeper curve means better in-context learning, the theme of Week 10.</a:t>
            </a:r>
          </a:p>
        </p:txBody>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Two filters to write, top_k and top_p. apply_temperature, greedy and sample are given, so the whole lab is about which tokens survive the cut and why.</a:t>
            </a:r>
          </a:p>
        </p:txBody>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Same prompt, different knobs, visibly different distributions. Temperature at 0.5 concentrates the mass; raise it and the tail comes alive. The numbers on this slide are what a correct implementation prints.</a:t>
            </a:r>
          </a:p>
        </p:txBody>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t>Decoder-only and autoregressive: predict, emit, repeat. The model gives a distribution and the strategy picks. Greedy and beam are accurate but bland, top-k and top-p are diverse, temperature scales how peaked the whole thing is.</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3.jp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 Id="rId3" Type="http://schemas.openxmlformats.org/officeDocument/2006/relationships/image" Target="../media/image8.png"/></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jpg"/></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5.jpg"/><Relationship Id="rId3" Type="http://schemas.openxmlformats.org/officeDocument/2006/relationships/image" Target="../media/image26.jpg"/><Relationship Id="rId4" Type="http://schemas.openxmlformats.org/officeDocument/2006/relationships/image" Target="../media/image27.jpg"/></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8.jp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9.jp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4.jp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type="blank">
  <p:cSld name="BLANK">
    <p:spTree>
      <p:nvGrpSpPr>
        <p:cNvPr id="9" name="Shape 9"/>
        <p:cNvGrpSpPr/>
        <p:nvPr/>
      </p:nvGrpSpPr>
      <p:grpSpPr>
        <a:xfrm>
          <a:off x="0" y="0"/>
          <a:ext cx="0" cy="0"/>
          <a:chOff x="0" y="0"/>
          <a:chExt cx="0" cy="0"/>
        </a:xfrm>
      </p:grpSpPr>
      <p:sp>
        <p:nvSpPr>
          <p:cNvPr id="10" name="Google Shape;10;p2"/>
          <p:cNvSpPr/>
          <p:nvPr/>
        </p:nvSpPr>
        <p:spPr>
          <a:xfrm>
            <a:off x="0" y="3390300"/>
            <a:ext cx="91440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pic>
        <p:nvPicPr>
          <p:cNvPr id="11" name="Google Shape;11;p2"/>
          <p:cNvPicPr preferRelativeResize="0"/>
          <p:nvPr/>
        </p:nvPicPr>
        <p:blipFill rotWithShape="1">
          <a:blip r:embed="rId2">
            <a:alphaModFix/>
          </a:blip>
          <a:srcRect b="13732" l="600" r="-600" t="43847"/>
          <a:stretch/>
        </p:blipFill>
        <p:spPr>
          <a:xfrm>
            <a:off x="0" y="-70472"/>
            <a:ext cx="9198797" cy="3460774"/>
          </a:xfrm>
          <a:prstGeom prst="rect">
            <a:avLst/>
          </a:prstGeom>
          <a:noFill/>
          <a:ln>
            <a:noFill/>
          </a:ln>
        </p:spPr>
      </p:pic>
      <p:sp>
        <p:nvSpPr>
          <p:cNvPr id="12" name="Google Shape;12;p2"/>
          <p:cNvSpPr txBox="1"/>
          <p:nvPr>
            <p:ph type="title"/>
          </p:nvPr>
        </p:nvSpPr>
        <p:spPr>
          <a:xfrm>
            <a:off x="493923" y="976378"/>
            <a:ext cx="8005800" cy="18243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rgbClr val="FFFFFF"/>
              </a:buClr>
              <a:buSzPts val="36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3" name="Google Shape;13;p2"/>
          <p:cNvSpPr txBox="1"/>
          <p:nvPr>
            <p:ph idx="1" type="subTitle"/>
          </p:nvPr>
        </p:nvSpPr>
        <p:spPr>
          <a:xfrm>
            <a:off x="493926" y="3549825"/>
            <a:ext cx="7661100" cy="970800"/>
          </a:xfrm>
          <a:prstGeom prst="rect">
            <a:avLst/>
          </a:prstGeom>
        </p:spPr>
        <p:txBody>
          <a:bodyPr anchorCtr="0" anchor="t" bIns="34275" lIns="34275" spcFirstLastPara="1" rIns="34275" wrap="square" tIns="34275">
            <a:noAutofit/>
          </a:bodyPr>
          <a:lstStyle>
            <a:lvl1pPr lvl="0">
              <a:spcBef>
                <a:spcPts val="700"/>
              </a:spcBef>
              <a:spcAft>
                <a:spcPts val="0"/>
              </a:spcAft>
              <a:buNone/>
              <a:defRPr>
                <a:solidFill>
                  <a:schemeClr val="dk1"/>
                </a:solidFill>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4" name="Google Shape;14;p2"/>
          <p:cNvSpPr txBox="1"/>
          <p:nvPr>
            <p:ph idx="2" type="subTitle"/>
          </p:nvPr>
        </p:nvSpPr>
        <p:spPr>
          <a:xfrm>
            <a:off x="493923" y="4079316"/>
            <a:ext cx="7327800" cy="29871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2 Columns">
  <p:cSld name="2_Portfolio Three">
    <p:spTree>
      <p:nvGrpSpPr>
        <p:cNvPr id="15" name="Shape 15"/>
        <p:cNvGrpSpPr/>
        <p:nvPr/>
      </p:nvGrpSpPr>
      <p:grpSpPr>
        <a:xfrm>
          <a:off x="0" y="0"/>
          <a:ext cx="0" cy="0"/>
          <a:chOff x="0" y="0"/>
          <a:chExt cx="0" cy="0"/>
        </a:xfrm>
      </p:grpSpPr>
      <p:sp>
        <p:nvSpPr>
          <p:cNvPr id="16" name="Google Shape;16;p3"/>
          <p:cNvSpPr txBox="1"/>
          <p:nvPr>
            <p:ph idx="1" type="body"/>
          </p:nvPr>
        </p:nvSpPr>
        <p:spPr>
          <a:xfrm>
            <a:off x="50957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17" name="Google Shape;17;p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18" name="Google Shape;18;p3"/>
          <p:cNvSpPr txBox="1"/>
          <p:nvPr>
            <p:ph idx="2"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19" name="Google Shape;19;p3"/>
          <p:cNvSpPr txBox="1"/>
          <p:nvPr>
            <p:ph idx="3" type="body"/>
          </p:nvPr>
        </p:nvSpPr>
        <p:spPr>
          <a:xfrm>
            <a:off x="4827127" y="1369219"/>
            <a:ext cx="36882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2_Title + 3 Columns">
  <p:cSld name="1_Slide with Placeholder">
    <p:spTree>
      <p:nvGrpSpPr>
        <p:cNvPr id="20" name="Shape 20"/>
        <p:cNvGrpSpPr/>
        <p:nvPr/>
      </p:nvGrpSpPr>
      <p:grpSpPr>
        <a:xfrm>
          <a:off x="0" y="0"/>
          <a:ext cx="0" cy="0"/>
          <a:chOff x="0" y="0"/>
          <a:chExt cx="0" cy="0"/>
        </a:xfrm>
      </p:grpSpPr>
      <p:sp>
        <p:nvSpPr>
          <p:cNvPr id="21" name="Google Shape;21;p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22" name="Google Shape;22;p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23" name="Google Shape;23;p4"/>
          <p:cNvSpPr txBox="1"/>
          <p:nvPr>
            <p:ph idx="2" type="body"/>
          </p:nvPr>
        </p:nvSpPr>
        <p:spPr>
          <a:xfrm>
            <a:off x="5521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4" name="Google Shape;24;p4"/>
          <p:cNvSpPr txBox="1"/>
          <p:nvPr>
            <p:ph idx="3" type="body"/>
          </p:nvPr>
        </p:nvSpPr>
        <p:spPr>
          <a:xfrm>
            <a:off x="3337475"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
        <p:nvSpPr>
          <p:cNvPr id="25" name="Google Shape;25;p4"/>
          <p:cNvSpPr txBox="1"/>
          <p:nvPr>
            <p:ph idx="4" type="body"/>
          </p:nvPr>
        </p:nvSpPr>
        <p:spPr>
          <a:xfrm>
            <a:off x="6160800" y="1369225"/>
            <a:ext cx="2502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p:cSld name="Cover Slide">
    <p:spTree>
      <p:nvGrpSpPr>
        <p:cNvPr id="26" name="Shape 26"/>
        <p:cNvGrpSpPr/>
        <p:nvPr/>
      </p:nvGrpSpPr>
      <p:grpSpPr>
        <a:xfrm>
          <a:off x="0" y="0"/>
          <a:ext cx="0" cy="0"/>
          <a:chOff x="0" y="0"/>
          <a:chExt cx="0" cy="0"/>
        </a:xfrm>
      </p:grpSpPr>
      <p:pic>
        <p:nvPicPr>
          <p:cNvPr id="27" name="Google Shape;27;p5"/>
          <p:cNvPicPr preferRelativeResize="0"/>
          <p:nvPr/>
        </p:nvPicPr>
        <p:blipFill rotWithShape="1">
          <a:blip r:embed="rId2">
            <a:alphaModFix/>
          </a:blip>
          <a:srcRect b="0" l="0" r="0" t="0"/>
          <a:stretch/>
        </p:blipFill>
        <p:spPr>
          <a:xfrm>
            <a:off x="595" y="0"/>
            <a:ext cx="9142810" cy="5142831"/>
          </a:xfrm>
          <a:prstGeom prst="rect">
            <a:avLst/>
          </a:prstGeom>
          <a:noFill/>
          <a:ln>
            <a:noFill/>
          </a:ln>
        </p:spPr>
      </p:pic>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Cover Slide with Logo">
  <p:cSld name="Cover Slide_2">
    <p:spTree>
      <p:nvGrpSpPr>
        <p:cNvPr id="28" name="Shape 28"/>
        <p:cNvGrpSpPr/>
        <p:nvPr/>
      </p:nvGrpSpPr>
      <p:grpSpPr>
        <a:xfrm>
          <a:off x="0" y="0"/>
          <a:ext cx="0" cy="0"/>
          <a:chOff x="0" y="0"/>
          <a:chExt cx="0" cy="0"/>
        </a:xfrm>
      </p:grpSpPr>
      <p:pic>
        <p:nvPicPr>
          <p:cNvPr id="29" name="Google Shape;29;p6"/>
          <p:cNvPicPr preferRelativeResize="0"/>
          <p:nvPr/>
        </p:nvPicPr>
        <p:blipFill rotWithShape="1">
          <a:blip r:embed="rId2">
            <a:alphaModFix/>
          </a:blip>
          <a:srcRect b="0" l="0" r="0" t="0"/>
          <a:stretch/>
        </p:blipFill>
        <p:spPr>
          <a:xfrm>
            <a:off x="595" y="0"/>
            <a:ext cx="9142810" cy="5142831"/>
          </a:xfrm>
          <a:prstGeom prst="rect">
            <a:avLst/>
          </a:prstGeom>
          <a:noFill/>
          <a:ln>
            <a:noFill/>
          </a:ln>
        </p:spPr>
      </p:pic>
      <p:pic>
        <p:nvPicPr>
          <p:cNvPr id="30" name="Google Shape;30;p6"/>
          <p:cNvPicPr preferRelativeResize="0"/>
          <p:nvPr/>
        </p:nvPicPr>
        <p:blipFill>
          <a:blip r:embed="rId3">
            <a:alphaModFix/>
          </a:blip>
          <a:stretch>
            <a:fillRect/>
          </a:stretch>
        </p:blipFill>
        <p:spPr>
          <a:xfrm>
            <a:off x="2103514" y="628706"/>
            <a:ext cx="4936973" cy="3885582"/>
          </a:xfrm>
          <a:prstGeom prst="rect">
            <a:avLst/>
          </a:prstGeom>
          <a:noFill/>
          <a:ln>
            <a:noFill/>
          </a:ln>
        </p:spPr>
      </p:pic>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6_Acknowledgments Slide">
  <p:cSld name="Cover Slide_1">
    <p:spTree>
      <p:nvGrpSpPr>
        <p:cNvPr id="31" name="Shape 31"/>
        <p:cNvGrpSpPr/>
        <p:nvPr/>
      </p:nvGrpSpPr>
      <p:grpSpPr>
        <a:xfrm>
          <a:off x="0" y="0"/>
          <a:ext cx="0" cy="0"/>
          <a:chOff x="0" y="0"/>
          <a:chExt cx="0" cy="0"/>
        </a:xfrm>
      </p:grpSpPr>
      <p:pic>
        <p:nvPicPr>
          <p:cNvPr id="32" name="Google Shape;32;p7"/>
          <p:cNvPicPr preferRelativeResize="0"/>
          <p:nvPr/>
        </p:nvPicPr>
        <p:blipFill rotWithShape="1">
          <a:blip r:embed="rId2">
            <a:alphaModFix/>
          </a:blip>
          <a:srcRect b="0" l="0" r="0" t="0"/>
          <a:stretch/>
        </p:blipFill>
        <p:spPr>
          <a:xfrm>
            <a:off x="595" y="0"/>
            <a:ext cx="9142810" cy="5142831"/>
          </a:xfrm>
          <a:prstGeom prst="rect">
            <a:avLst/>
          </a:prstGeom>
          <a:noFill/>
          <a:ln>
            <a:noFill/>
          </a:ln>
        </p:spPr>
      </p:pic>
      <p:sp>
        <p:nvSpPr>
          <p:cNvPr id="33" name="Google Shape;33;p7"/>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lt1"/>
              </a:buClr>
              <a:buSzPts val="5600"/>
              <a:buFont typeface="Playfair Display"/>
              <a:buNone/>
              <a:defRPr i="0" sz="5600" u="none" cap="none" strike="noStrike">
                <a:solidFill>
                  <a:schemeClr val="lt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4" name="Google Shape;34;p7"/>
          <p:cNvSpPr txBox="1"/>
          <p:nvPr>
            <p:ph idx="1" type="subTitle"/>
          </p:nvPr>
        </p:nvSpPr>
        <p:spPr>
          <a:xfrm>
            <a:off x="509521" y="1401113"/>
            <a:ext cx="5120100" cy="1558200"/>
          </a:xfrm>
          <a:prstGeom prst="rect">
            <a:avLst/>
          </a:prstGeom>
        </p:spPr>
        <p:txBody>
          <a:bodyPr anchorCtr="0" anchor="t" bIns="34275" lIns="34275" spcFirstLastPara="1" rIns="34275" wrap="square" tIns="34275">
            <a:noAutofit/>
          </a:bodyPr>
          <a:lstStyle>
            <a:lvl1pPr lvl="0">
              <a:spcBef>
                <a:spcPts val="700"/>
              </a:spcBef>
              <a:spcAft>
                <a:spcPts val="0"/>
              </a:spcAft>
              <a:buNone/>
              <a:defRPr sz="2700">
                <a:solidFill>
                  <a:schemeClr val="lt1"/>
                </a:solidFill>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Title only">
  <p:cSld name="Custom Layout">
    <p:spTree>
      <p:nvGrpSpPr>
        <p:cNvPr id="35" name="Shape 35"/>
        <p:cNvGrpSpPr/>
        <p:nvPr/>
      </p:nvGrpSpPr>
      <p:grpSpPr>
        <a:xfrm>
          <a:off x="0" y="0"/>
          <a:ext cx="0" cy="0"/>
          <a:chOff x="0" y="0"/>
          <a:chExt cx="0" cy="0"/>
        </a:xfrm>
      </p:grpSpPr>
      <p:sp>
        <p:nvSpPr>
          <p:cNvPr id="36" name="Google Shape;36;p8"/>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37" name="Google Shape;37;p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3_Big Concept Slide">
  <p:cSld name="Slide with Placeholder">
    <p:spTree>
      <p:nvGrpSpPr>
        <p:cNvPr id="38" name="Shape 38"/>
        <p:cNvGrpSpPr/>
        <p:nvPr/>
      </p:nvGrpSpPr>
      <p:grpSpPr>
        <a:xfrm>
          <a:off x="0" y="0"/>
          <a:ext cx="0" cy="0"/>
          <a:chOff x="0" y="0"/>
          <a:chExt cx="0" cy="0"/>
        </a:xfrm>
      </p:grpSpPr>
      <p:sp>
        <p:nvSpPr>
          <p:cNvPr id="39" name="Google Shape;39;p9"/>
          <p:cNvSpPr txBox="1"/>
          <p:nvPr>
            <p:ph type="title"/>
          </p:nvPr>
        </p:nvSpPr>
        <p:spPr>
          <a:xfrm>
            <a:off x="509577" y="2245519"/>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0" name="Google Shape;40;p9"/>
          <p:cNvSpPr txBox="1"/>
          <p:nvPr>
            <p:ph idx="1" type="subTitle"/>
          </p:nvPr>
        </p:nvSpPr>
        <p:spPr>
          <a:xfrm>
            <a:off x="509577" y="3154509"/>
            <a:ext cx="6737700" cy="9531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p:cSld name="Large Picture with Logo">
    <p:spTree>
      <p:nvGrpSpPr>
        <p:cNvPr id="41" name="Shape 41"/>
        <p:cNvGrpSpPr/>
        <p:nvPr/>
      </p:nvGrpSpPr>
      <p:grpSpPr>
        <a:xfrm>
          <a:off x="0" y="0"/>
          <a:ext cx="0" cy="0"/>
          <a:chOff x="0" y="0"/>
          <a:chExt cx="0" cy="0"/>
        </a:xfrm>
      </p:grpSpPr>
      <p:sp>
        <p:nvSpPr>
          <p:cNvPr id="42" name="Google Shape;42;p10"/>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3" name="Google Shape;43;p10"/>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44" name="Google Shape;44;p10"/>
          <p:cNvPicPr preferRelativeResize="0"/>
          <p:nvPr/>
        </p:nvPicPr>
        <p:blipFill rotWithShape="1">
          <a:blip r:embed="rId2">
            <a:alphaModFix/>
          </a:blip>
          <a:srcRect b="2009" l="27412" r="6551" t="0"/>
          <a:stretch/>
        </p:blipFill>
        <p:spPr>
          <a:xfrm>
            <a:off x="7006675" y="-56025"/>
            <a:ext cx="2176574" cy="4846049"/>
          </a:xfrm>
          <a:prstGeom prst="rect">
            <a:avLst/>
          </a:prstGeom>
          <a:noFill/>
          <a:ln>
            <a:noFill/>
          </a:ln>
        </p:spPr>
      </p:pic>
      <p:sp>
        <p:nvSpPr>
          <p:cNvPr id="45" name="Google Shape;45;p10"/>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1">
  <p:cSld name="Large Picture with Logo_1">
    <p:spTree>
      <p:nvGrpSpPr>
        <p:cNvPr id="46" name="Shape 46"/>
        <p:cNvGrpSpPr/>
        <p:nvPr/>
      </p:nvGrpSpPr>
      <p:grpSpPr>
        <a:xfrm>
          <a:off x="0" y="0"/>
          <a:ext cx="0" cy="0"/>
          <a:chOff x="0" y="0"/>
          <a:chExt cx="0" cy="0"/>
        </a:xfrm>
      </p:grpSpPr>
      <p:sp>
        <p:nvSpPr>
          <p:cNvPr id="47" name="Google Shape;47;p1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48" name="Google Shape;48;p11"/>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49" name="Google Shape;49;p11"/>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2">
  <p:cSld name="Large Picture with Logo_1_1">
    <p:spTree>
      <p:nvGrpSpPr>
        <p:cNvPr id="50" name="Shape 50"/>
        <p:cNvGrpSpPr/>
        <p:nvPr/>
      </p:nvGrpSpPr>
      <p:grpSpPr>
        <a:xfrm>
          <a:off x="0" y="0"/>
          <a:ext cx="0" cy="0"/>
          <a:chOff x="0" y="0"/>
          <a:chExt cx="0" cy="0"/>
        </a:xfrm>
      </p:grpSpPr>
      <p:sp>
        <p:nvSpPr>
          <p:cNvPr id="51" name="Google Shape;51;p12"/>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2" name="Google Shape;52;p12"/>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53" name="Google Shape;53;p12"/>
          <p:cNvPicPr preferRelativeResize="0"/>
          <p:nvPr/>
        </p:nvPicPr>
        <p:blipFill rotWithShape="1">
          <a:blip r:embed="rId2">
            <a:alphaModFix/>
          </a:blip>
          <a:srcRect b="0" l="27412" r="6551" t="0"/>
          <a:stretch/>
        </p:blipFill>
        <p:spPr>
          <a:xfrm>
            <a:off x="7006675" y="-57150"/>
            <a:ext cx="2137324" cy="4856125"/>
          </a:xfrm>
          <a:prstGeom prst="rect">
            <a:avLst/>
          </a:prstGeom>
          <a:noFill/>
          <a:ln>
            <a:noFill/>
          </a:ln>
        </p:spPr>
      </p:pic>
      <p:pic>
        <p:nvPicPr>
          <p:cNvPr id="54" name="Google Shape;54;p12"/>
          <p:cNvPicPr preferRelativeResize="0"/>
          <p:nvPr/>
        </p:nvPicPr>
        <p:blipFill rotWithShape="1">
          <a:blip r:embed="rId3">
            <a:alphaModFix/>
          </a:blip>
          <a:srcRect b="0" l="8950" r="0" t="0"/>
          <a:stretch/>
        </p:blipFill>
        <p:spPr>
          <a:xfrm>
            <a:off x="7006665" y="-57150"/>
            <a:ext cx="6633784" cy="4856124"/>
          </a:xfrm>
          <a:prstGeom prst="rect">
            <a:avLst/>
          </a:prstGeom>
          <a:noFill/>
          <a:ln>
            <a:noFill/>
          </a:ln>
        </p:spPr>
      </p:pic>
      <p:pic>
        <p:nvPicPr>
          <p:cNvPr id="55" name="Google Shape;55;p12"/>
          <p:cNvPicPr preferRelativeResize="0"/>
          <p:nvPr/>
        </p:nvPicPr>
        <p:blipFill rotWithShape="1">
          <a:blip r:embed="rId4">
            <a:alphaModFix/>
          </a:blip>
          <a:srcRect b="0" l="39028" r="0" t="0"/>
          <a:stretch/>
        </p:blipFill>
        <p:spPr>
          <a:xfrm>
            <a:off x="7006676" y="-57150"/>
            <a:ext cx="4442373" cy="4856124"/>
          </a:xfrm>
          <a:prstGeom prst="rect">
            <a:avLst/>
          </a:prstGeom>
          <a:noFill/>
          <a:ln>
            <a:noFill/>
          </a:ln>
        </p:spPr>
      </p:pic>
      <p:sp>
        <p:nvSpPr>
          <p:cNvPr id="56" name="Google Shape;56;p12"/>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3">
  <p:cSld name="Large Picture with Logo_1_1_1">
    <p:spTree>
      <p:nvGrpSpPr>
        <p:cNvPr id="57" name="Shape 57"/>
        <p:cNvGrpSpPr/>
        <p:nvPr/>
      </p:nvGrpSpPr>
      <p:grpSpPr>
        <a:xfrm>
          <a:off x="0" y="0"/>
          <a:ext cx="0" cy="0"/>
          <a:chOff x="0" y="0"/>
          <a:chExt cx="0" cy="0"/>
        </a:xfrm>
      </p:grpSpPr>
      <p:sp>
        <p:nvSpPr>
          <p:cNvPr id="58" name="Google Shape;58;p13"/>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59" name="Google Shape;59;p13"/>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0" name="Google Shape;60;p13"/>
          <p:cNvPicPr preferRelativeResize="0"/>
          <p:nvPr/>
        </p:nvPicPr>
        <p:blipFill rotWithShape="1">
          <a:blip r:embed="rId2">
            <a:alphaModFix/>
          </a:blip>
          <a:srcRect b="0" l="24210" r="1252" t="0"/>
          <a:stretch/>
        </p:blipFill>
        <p:spPr>
          <a:xfrm>
            <a:off x="7006675" y="-57150"/>
            <a:ext cx="5430948" cy="4856124"/>
          </a:xfrm>
          <a:prstGeom prst="rect">
            <a:avLst/>
          </a:prstGeom>
          <a:noFill/>
          <a:ln>
            <a:noFill/>
          </a:ln>
        </p:spPr>
      </p:pic>
      <p:sp>
        <p:nvSpPr>
          <p:cNvPr id="61" name="Google Shape;61;p13"/>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115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115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and Photo 4">
  <p:cSld name="Large Picture with Logo_1_1_1_1">
    <p:spTree>
      <p:nvGrpSpPr>
        <p:cNvPr id="62" name="Shape 62"/>
        <p:cNvGrpSpPr/>
        <p:nvPr/>
      </p:nvGrpSpPr>
      <p:grpSpPr>
        <a:xfrm>
          <a:off x="0" y="0"/>
          <a:ext cx="0" cy="0"/>
          <a:chOff x="0" y="0"/>
          <a:chExt cx="0" cy="0"/>
        </a:xfrm>
      </p:grpSpPr>
      <p:sp>
        <p:nvSpPr>
          <p:cNvPr id="63" name="Google Shape;63;p14"/>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4" name="Google Shape;64;p14"/>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pic>
        <p:nvPicPr>
          <p:cNvPr id="65" name="Google Shape;65;p14"/>
          <p:cNvPicPr preferRelativeResize="0"/>
          <p:nvPr/>
        </p:nvPicPr>
        <p:blipFill rotWithShape="1">
          <a:blip r:embed="rId2">
            <a:alphaModFix/>
          </a:blip>
          <a:srcRect b="0" l="34525" r="0" t="0"/>
          <a:stretch/>
        </p:blipFill>
        <p:spPr>
          <a:xfrm>
            <a:off x="7010075" y="-57150"/>
            <a:ext cx="2543048" cy="4856125"/>
          </a:xfrm>
          <a:prstGeom prst="rect">
            <a:avLst/>
          </a:prstGeom>
          <a:noFill/>
          <a:ln>
            <a:noFill/>
          </a:ln>
        </p:spPr>
      </p:pic>
      <p:sp>
        <p:nvSpPr>
          <p:cNvPr id="66" name="Google Shape;66;p14"/>
          <p:cNvSpPr txBox="1"/>
          <p:nvPr>
            <p:ph idx="2" type="body"/>
          </p:nvPr>
        </p:nvSpPr>
        <p:spPr>
          <a:xfrm>
            <a:off x="555675" y="1369225"/>
            <a:ext cx="59745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90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90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90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90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90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p:cSld name="3_Placeholder">
    <p:spTree>
      <p:nvGrpSpPr>
        <p:cNvPr id="67" name="Shape 67"/>
        <p:cNvGrpSpPr/>
        <p:nvPr/>
      </p:nvGrpSpPr>
      <p:grpSpPr>
        <a:xfrm>
          <a:off x="0" y="0"/>
          <a:ext cx="0" cy="0"/>
          <a:chOff x="0" y="0"/>
          <a:chExt cx="0" cy="0"/>
        </a:xfrm>
      </p:grpSpPr>
      <p:sp>
        <p:nvSpPr>
          <p:cNvPr id="68" name="Google Shape;68;p15"/>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69" name="Google Shape;69;p15"/>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0" name="Google Shape;70;p15"/>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4_Text with Large Photo 1">
  <p:cSld name="3_Placeholder_1">
    <p:spTree>
      <p:nvGrpSpPr>
        <p:cNvPr id="71" name="Shape 71"/>
        <p:cNvGrpSpPr/>
        <p:nvPr/>
      </p:nvGrpSpPr>
      <p:grpSpPr>
        <a:xfrm>
          <a:off x="0" y="0"/>
          <a:ext cx="0" cy="0"/>
          <a:chOff x="0" y="0"/>
          <a:chExt cx="0" cy="0"/>
        </a:xfrm>
      </p:grpSpPr>
      <p:sp>
        <p:nvSpPr>
          <p:cNvPr id="72" name="Google Shape;72;p16"/>
          <p:cNvSpPr txBox="1"/>
          <p:nvPr>
            <p:ph type="title"/>
          </p:nvPr>
        </p:nvSpPr>
        <p:spPr>
          <a:xfrm>
            <a:off x="509577" y="702469"/>
            <a:ext cx="22071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2700"/>
              <a:buFont typeface="Playfair Display"/>
              <a:buNone/>
              <a:defRPr i="0" sz="27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3" name="Google Shape;73;p16"/>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4" name="Google Shape;74;p16"/>
          <p:cNvSpPr txBox="1"/>
          <p:nvPr>
            <p:ph idx="2" type="body"/>
          </p:nvPr>
        </p:nvSpPr>
        <p:spPr>
          <a:xfrm>
            <a:off x="509575" y="1902650"/>
            <a:ext cx="22533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115000"/>
              </a:lnSpc>
              <a:spcBef>
                <a:spcPts val="700"/>
              </a:spcBef>
              <a:spcAft>
                <a:spcPts val="0"/>
              </a:spcAft>
              <a:buSzPts val="2200"/>
              <a:buFont typeface="Roboto Light"/>
              <a:buNone/>
              <a:defRPr i="0" sz="2200" u="none" cap="none" strike="noStrike">
                <a:latin typeface="Roboto Light"/>
                <a:ea typeface="Roboto Light"/>
                <a:cs typeface="Roboto Light"/>
                <a:sym typeface="Roboto Light"/>
              </a:defRPr>
            </a:lvl1pPr>
            <a:lvl2pPr indent="-228600" lvl="1" marL="914400" marR="0" algn="l">
              <a:lnSpc>
                <a:spcPct val="115000"/>
              </a:lnSpc>
              <a:spcBef>
                <a:spcPts val="400"/>
              </a:spcBef>
              <a:spcAft>
                <a:spcPts val="0"/>
              </a:spcAft>
              <a:buSzPts val="1800"/>
              <a:buFont typeface="Roboto Light"/>
              <a:buNone/>
              <a:defRPr i="0" sz="1800" u="none" cap="none" strike="noStrike">
                <a:latin typeface="Roboto Light"/>
                <a:ea typeface="Roboto Light"/>
                <a:cs typeface="Roboto Light"/>
                <a:sym typeface="Roboto Light"/>
              </a:defRPr>
            </a:lvl2pPr>
            <a:lvl3pPr indent="-228600" lvl="2" marL="1371600" marR="0" algn="l">
              <a:lnSpc>
                <a:spcPct val="115000"/>
              </a:lnSpc>
              <a:spcBef>
                <a:spcPts val="400"/>
              </a:spcBef>
              <a:spcAft>
                <a:spcPts val="0"/>
              </a:spcAft>
              <a:buSzPts val="1500"/>
              <a:buFont typeface="Roboto Light"/>
              <a:buNone/>
              <a:defRPr i="0" sz="1500" u="none" cap="none" strike="noStrike">
                <a:latin typeface="Roboto Light"/>
                <a:ea typeface="Roboto Light"/>
                <a:cs typeface="Roboto Light"/>
                <a:sym typeface="Roboto Light"/>
              </a:defRPr>
            </a:lvl3pPr>
            <a:lvl4pPr indent="-228600" lvl="3" marL="1828800" marR="0" algn="l">
              <a:lnSpc>
                <a:spcPct val="115000"/>
              </a:lnSpc>
              <a:spcBef>
                <a:spcPts val="400"/>
              </a:spcBef>
              <a:spcAft>
                <a:spcPts val="0"/>
              </a:spcAft>
              <a:buSzPts val="1300"/>
              <a:buFont typeface="Roboto Light"/>
              <a:buNone/>
              <a:defRPr i="0" sz="1300" u="none" cap="none" strike="noStrike">
                <a:latin typeface="Roboto Light"/>
                <a:ea typeface="Roboto Light"/>
                <a:cs typeface="Roboto Light"/>
                <a:sym typeface="Roboto Light"/>
              </a:defRPr>
            </a:lvl4pPr>
            <a:lvl5pPr indent="-228600" lvl="4" marL="2286000" marR="0" algn="l">
              <a:lnSpc>
                <a:spcPct val="115000"/>
              </a:lnSpc>
              <a:spcBef>
                <a:spcPts val="400"/>
              </a:spcBef>
              <a:spcAft>
                <a:spcPts val="0"/>
              </a:spcAft>
              <a:buSzPts val="1100"/>
              <a:buFont typeface="Roboto Light"/>
              <a:buNone/>
              <a:defRPr i="0" sz="1100" u="none" cap="none" strike="noStrike">
                <a:latin typeface="Roboto Light"/>
                <a:ea typeface="Roboto Light"/>
                <a:cs typeface="Roboto Light"/>
                <a:sym typeface="Roboto Light"/>
              </a:defRPr>
            </a:lvl5pPr>
            <a:lvl6pPr indent="-285750" lvl="5" marL="2743200" marR="0" algn="l">
              <a:lnSpc>
                <a:spcPct val="115000"/>
              </a:lnSpc>
              <a:spcBef>
                <a:spcPts val="400"/>
              </a:spcBef>
              <a:spcAft>
                <a:spcPts val="0"/>
              </a:spcAft>
              <a:buClr>
                <a:schemeClr val="dk2"/>
              </a:buClr>
              <a:buSzPts val="900"/>
              <a:buFont typeface="Roboto"/>
              <a:buChar char="•"/>
              <a:defRPr i="0" sz="900" u="none" cap="none" strike="noStrike">
                <a:solidFill>
                  <a:schemeClr val="dk2"/>
                </a:solidFill>
                <a:latin typeface="Roboto"/>
                <a:ea typeface="Roboto"/>
                <a:cs typeface="Roboto"/>
                <a:sym typeface="Roboto"/>
              </a:defRPr>
            </a:lvl6pPr>
            <a:lvl7pPr indent="-273050" lvl="6" marL="3200400" marR="0" algn="l">
              <a:lnSpc>
                <a:spcPct val="115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Single Statistic">
  <p:cSld name="1_Placeholder">
    <p:spTree>
      <p:nvGrpSpPr>
        <p:cNvPr id="75" name="Shape 75"/>
        <p:cNvGrpSpPr/>
        <p:nvPr/>
      </p:nvGrpSpPr>
      <p:grpSpPr>
        <a:xfrm>
          <a:off x="0" y="0"/>
          <a:ext cx="0" cy="0"/>
          <a:chOff x="0" y="0"/>
          <a:chExt cx="0" cy="0"/>
        </a:xfrm>
      </p:grpSpPr>
      <p:sp>
        <p:nvSpPr>
          <p:cNvPr id="76" name="Google Shape;76;p17"/>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7" name="Google Shape;77;p17"/>
          <p:cNvSpPr txBox="1"/>
          <p:nvPr>
            <p:ph type="title"/>
          </p:nvPr>
        </p:nvSpPr>
        <p:spPr>
          <a:xfrm>
            <a:off x="454066" y="182433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94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78" name="Google Shape;78;p17"/>
          <p:cNvSpPr txBox="1"/>
          <p:nvPr>
            <p:ph idx="2" type="subTitle"/>
          </p:nvPr>
        </p:nvSpPr>
        <p:spPr>
          <a:xfrm>
            <a:off x="454066" y="3127509"/>
            <a:ext cx="8353200" cy="715200"/>
          </a:xfrm>
          <a:prstGeom prst="rect">
            <a:avLst/>
          </a:prstGeom>
        </p:spPr>
        <p:txBody>
          <a:bodyPr anchorCtr="0" anchor="t" bIns="34275" lIns="34275" spcFirstLastPara="1" rIns="34275" wrap="square" tIns="34275">
            <a:noAutofit/>
          </a:bodyPr>
          <a:lstStyle>
            <a:lvl1pPr lvl="0">
              <a:spcBef>
                <a:spcPts val="700"/>
              </a:spcBef>
              <a:spcAft>
                <a:spcPts val="0"/>
              </a:spcAft>
              <a:buNone/>
              <a:defRPr sz="1800">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79" name="Google Shape;79;p17"/>
          <p:cNvSpPr txBox="1"/>
          <p:nvPr>
            <p:ph idx="3" type="subTitle"/>
          </p:nvPr>
        </p:nvSpPr>
        <p:spPr>
          <a:xfrm>
            <a:off x="4838166" y="1824350"/>
            <a:ext cx="38664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0" name="Google Shape;80;p17"/>
          <p:cNvSpPr txBox="1"/>
          <p:nvPr>
            <p:ph idx="4" type="title"/>
          </p:nvPr>
        </p:nvSpPr>
        <p:spPr>
          <a:xfrm>
            <a:off x="509577" y="837514"/>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Multiple Statistics">
  <p:cSld name="1_Placeholder_1">
    <p:spTree>
      <p:nvGrpSpPr>
        <p:cNvPr id="81" name="Shape 81"/>
        <p:cNvGrpSpPr/>
        <p:nvPr/>
      </p:nvGrpSpPr>
      <p:grpSpPr>
        <a:xfrm>
          <a:off x="0" y="0"/>
          <a:ext cx="0" cy="0"/>
          <a:chOff x="0" y="0"/>
          <a:chExt cx="0" cy="0"/>
        </a:xfrm>
      </p:grpSpPr>
      <p:sp>
        <p:nvSpPr>
          <p:cNvPr id="82" name="Google Shape;82;p18"/>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83" name="Google Shape;83;p18"/>
          <p:cNvSpPr txBox="1"/>
          <p:nvPr>
            <p:ph type="title"/>
          </p:nvPr>
        </p:nvSpPr>
        <p:spPr>
          <a:xfrm>
            <a:off x="454066" y="75948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1"/>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4" name="Google Shape;84;p18"/>
          <p:cNvSpPr txBox="1"/>
          <p:nvPr>
            <p:ph idx="2" type="subTitle"/>
          </p:nvPr>
        </p:nvSpPr>
        <p:spPr>
          <a:xfrm>
            <a:off x="4759893" y="759488"/>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5" name="Google Shape;85;p18"/>
          <p:cNvSpPr txBox="1"/>
          <p:nvPr>
            <p:ph idx="3" type="title"/>
          </p:nvPr>
        </p:nvSpPr>
        <p:spPr>
          <a:xfrm>
            <a:off x="454066" y="2037533"/>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5"/>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6" name="Google Shape;86;p18"/>
          <p:cNvSpPr txBox="1"/>
          <p:nvPr>
            <p:ph idx="4" type="subTitle"/>
          </p:nvPr>
        </p:nvSpPr>
        <p:spPr>
          <a:xfrm>
            <a:off x="4759893" y="2037533"/>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
        <p:nvSpPr>
          <p:cNvPr id="87" name="Google Shape;87;p18"/>
          <p:cNvSpPr txBox="1"/>
          <p:nvPr>
            <p:ph idx="5" type="title"/>
          </p:nvPr>
        </p:nvSpPr>
        <p:spPr>
          <a:xfrm>
            <a:off x="454066" y="3437708"/>
            <a:ext cx="4305900" cy="1385100"/>
          </a:xfrm>
          <a:prstGeom prst="rect">
            <a:avLst/>
          </a:prstGeom>
        </p:spPr>
        <p:txBody>
          <a:bodyPr anchorCtr="0" anchor="t" bIns="34275" lIns="34275" spcFirstLastPara="1" rIns="34275" wrap="square" tIns="34275">
            <a:noAutofit/>
          </a:bodyPr>
          <a:lstStyle>
            <a:lvl1pPr lvl="0">
              <a:spcBef>
                <a:spcPts val="0"/>
              </a:spcBef>
              <a:spcAft>
                <a:spcPts val="0"/>
              </a:spcAft>
              <a:buNone/>
              <a:defRPr sz="7500">
                <a:solidFill>
                  <a:schemeClr val="accent6"/>
                </a:solidFill>
                <a:latin typeface="Roboto Light"/>
                <a:ea typeface="Roboto Light"/>
                <a:cs typeface="Roboto Light"/>
                <a:sym typeface="Roboto Light"/>
              </a:defRPr>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88" name="Google Shape;88;p18"/>
          <p:cNvSpPr txBox="1"/>
          <p:nvPr>
            <p:ph idx="6" type="subTitle"/>
          </p:nvPr>
        </p:nvSpPr>
        <p:spPr>
          <a:xfrm>
            <a:off x="4759893" y="3437709"/>
            <a:ext cx="4008300" cy="1174500"/>
          </a:xfrm>
          <a:prstGeom prst="rect">
            <a:avLst/>
          </a:prstGeom>
        </p:spPr>
        <p:txBody>
          <a:bodyPr anchorCtr="0" anchor="t" bIns="34275" lIns="34275" spcFirstLastPara="1" rIns="34275" wrap="square" tIns="34275">
            <a:noAutofit/>
          </a:bodyPr>
          <a:lstStyle>
            <a:lvl1pPr lvl="0">
              <a:lnSpc>
                <a:spcPct val="115000"/>
              </a:lnSpc>
              <a:spcBef>
                <a:spcPts val="700"/>
              </a:spcBef>
              <a:spcAft>
                <a:spcPts val="0"/>
              </a:spcAft>
              <a:buNone/>
              <a:defRPr>
                <a:latin typeface="Roboto Light"/>
                <a:ea typeface="Roboto Light"/>
                <a:cs typeface="Roboto Light"/>
                <a:sym typeface="Roboto Light"/>
              </a:defRPr>
            </a:lvl1pPr>
            <a:lvl2pPr lvl="1">
              <a:lnSpc>
                <a:spcPct val="115000"/>
              </a:lnSpc>
              <a:spcBef>
                <a:spcPts val="700"/>
              </a:spcBef>
              <a:spcAft>
                <a:spcPts val="0"/>
              </a:spcAft>
              <a:buNone/>
              <a:defRPr/>
            </a:lvl2pPr>
            <a:lvl3pPr lvl="2">
              <a:lnSpc>
                <a:spcPct val="115000"/>
              </a:lnSpc>
              <a:spcBef>
                <a:spcPts val="700"/>
              </a:spcBef>
              <a:spcAft>
                <a:spcPts val="0"/>
              </a:spcAft>
              <a:buNone/>
              <a:defRPr/>
            </a:lvl3pPr>
            <a:lvl4pPr lvl="3">
              <a:lnSpc>
                <a:spcPct val="115000"/>
              </a:lnSpc>
              <a:spcBef>
                <a:spcPts val="700"/>
              </a:spcBef>
              <a:spcAft>
                <a:spcPts val="0"/>
              </a:spcAft>
              <a:buNone/>
              <a:defRPr/>
            </a:lvl4pPr>
            <a:lvl5pPr lvl="4">
              <a:lnSpc>
                <a:spcPct val="115000"/>
              </a:lnSpc>
              <a:spcBef>
                <a:spcPts val="700"/>
              </a:spcBef>
              <a:spcAft>
                <a:spcPts val="0"/>
              </a:spcAft>
              <a:buNone/>
              <a:defRPr/>
            </a:lvl5pPr>
            <a:lvl6pPr lvl="5">
              <a:lnSpc>
                <a:spcPct val="115000"/>
              </a:lnSpc>
              <a:spcBef>
                <a:spcPts val="700"/>
              </a:spcBef>
              <a:spcAft>
                <a:spcPts val="0"/>
              </a:spcAft>
              <a:buNone/>
              <a:defRPr/>
            </a:lvl6pPr>
            <a:lvl7pPr lvl="6">
              <a:lnSpc>
                <a:spcPct val="115000"/>
              </a:lnSpc>
              <a:spcBef>
                <a:spcPts val="700"/>
              </a:spcBef>
              <a:spcAft>
                <a:spcPts val="0"/>
              </a:spcAft>
              <a:buNone/>
              <a:defRPr/>
            </a:lvl7pPr>
            <a:lvl8pPr lvl="7">
              <a:lnSpc>
                <a:spcPct val="115000"/>
              </a:lnSpc>
              <a:spcBef>
                <a:spcPts val="700"/>
              </a:spcBef>
              <a:spcAft>
                <a:spcPts val="0"/>
              </a:spcAft>
              <a:buNone/>
              <a:defRPr/>
            </a:lvl8pPr>
            <a:lvl9pPr lvl="8">
              <a:lnSpc>
                <a:spcPct val="115000"/>
              </a:lnSpc>
              <a:spcBef>
                <a:spcPts val="700"/>
              </a:spcBef>
              <a:spcAft>
                <a:spcPts val="0"/>
              </a:spcAft>
              <a:buNone/>
              <a:defRPr/>
            </a:lvl9pPr>
          </a:lstStyle>
          <a:p/>
        </p:txBody>
      </p:sp>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5_Quote">
  <p:cSld name="CUSTOM">
    <p:spTree>
      <p:nvGrpSpPr>
        <p:cNvPr id="89" name="Shape 89"/>
        <p:cNvGrpSpPr/>
        <p:nvPr/>
      </p:nvGrpSpPr>
      <p:grpSpPr>
        <a:xfrm>
          <a:off x="0" y="0"/>
          <a:ext cx="0" cy="0"/>
          <a:chOff x="0" y="0"/>
          <a:chExt cx="0" cy="0"/>
        </a:xfrm>
      </p:grpSpPr>
      <p:sp>
        <p:nvSpPr>
          <p:cNvPr id="90" name="Google Shape;90;p19"/>
          <p:cNvSpPr txBox="1"/>
          <p:nvPr>
            <p:ph idx="1" type="subTitle"/>
          </p:nvPr>
        </p:nvSpPr>
        <p:spPr>
          <a:xfrm>
            <a:off x="509577" y="219225"/>
            <a:ext cx="3773400" cy="219300"/>
          </a:xfrm>
          <a:prstGeom prst="rect">
            <a:avLst/>
          </a:prstGeom>
        </p:spPr>
        <p:txBody>
          <a:bodyPr anchorCtr="0" anchor="t" bIns="34275" lIns="34275" spcFirstLastPara="1" rIns="34275" wrap="square" tIns="34275">
            <a:noAutofit/>
          </a:bodyPr>
          <a:lstStyle>
            <a:lvl1pPr lvl="0">
              <a:spcBef>
                <a:spcPts val="700"/>
              </a:spcBef>
              <a:spcAft>
                <a:spcPts val="0"/>
              </a:spcAft>
              <a:buNone/>
              <a:defRPr b="1"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
        <p:nvSpPr>
          <p:cNvPr id="91" name="Google Shape;91;p19"/>
          <p:cNvSpPr/>
          <p:nvPr/>
        </p:nvSpPr>
        <p:spPr>
          <a:xfrm>
            <a:off x="5748887" y="1561152"/>
            <a:ext cx="1718100" cy="219300"/>
          </a:xfrm>
          <a:prstGeom prst="rect">
            <a:avLst/>
          </a:prstGeom>
          <a:solidFill>
            <a:srgbClr val="738D33"/>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2" name="Google Shape;92;p19"/>
          <p:cNvSpPr/>
          <p:nvPr/>
        </p:nvSpPr>
        <p:spPr>
          <a:xfrm>
            <a:off x="7467434" y="1561152"/>
            <a:ext cx="1718100" cy="219300"/>
          </a:xfrm>
          <a:prstGeom prst="rect">
            <a:avLst/>
          </a:prstGeom>
          <a:solidFill>
            <a:srgbClr val="625578"/>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3" name="Google Shape;93;p19"/>
          <p:cNvSpPr/>
          <p:nvPr/>
        </p:nvSpPr>
        <p:spPr>
          <a:xfrm>
            <a:off x="0" y="1561152"/>
            <a:ext cx="1718100" cy="219300"/>
          </a:xfrm>
          <a:prstGeom prst="rect">
            <a:avLst/>
          </a:prstGeom>
          <a:solidFill>
            <a:srgbClr val="FFB60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4" name="Google Shape;94;p19"/>
          <p:cNvSpPr/>
          <p:nvPr/>
        </p:nvSpPr>
        <p:spPr>
          <a:xfrm>
            <a:off x="1718076" y="1561152"/>
            <a:ext cx="1718100" cy="219300"/>
          </a:xfrm>
          <a:prstGeom prst="rect">
            <a:avLst/>
          </a:prstGeom>
          <a:solidFill>
            <a:srgbClr val="498DA0"/>
          </a:solidFill>
          <a:ln>
            <a:noFill/>
          </a:ln>
        </p:spPr>
        <p:txBody>
          <a:bodyPr anchorCtr="0" anchor="ctr" bIns="34275" lIns="34275" spcFirstLastPara="1" rIns="34275" wrap="square" tIns="34275">
            <a:noAutofit/>
          </a:bodyPr>
          <a:lstStyle/>
          <a:p>
            <a:pPr indent="0" lvl="0" marL="0" rtl="0" algn="l">
              <a:spcBef>
                <a:spcPts val="0"/>
              </a:spcBef>
              <a:spcAft>
                <a:spcPts val="0"/>
              </a:spcAft>
              <a:buNone/>
            </a:pPr>
            <a:r>
              <a:t/>
            </a:r>
            <a:endParaRPr/>
          </a:p>
        </p:txBody>
      </p:sp>
      <p:sp>
        <p:nvSpPr>
          <p:cNvPr id="95" name="Google Shape;95;p19"/>
          <p:cNvSpPr txBox="1"/>
          <p:nvPr/>
        </p:nvSpPr>
        <p:spPr>
          <a:xfrm>
            <a:off x="3589051" y="975950"/>
            <a:ext cx="1965900" cy="875400"/>
          </a:xfrm>
          <a:prstGeom prst="rect">
            <a:avLst/>
          </a:prstGeom>
          <a:noFill/>
          <a:ln>
            <a:noFill/>
          </a:ln>
        </p:spPr>
        <p:txBody>
          <a:bodyPr anchorCtr="0" anchor="t" bIns="34275" lIns="34275" spcFirstLastPara="1" rIns="34275" wrap="square" tIns="34275">
            <a:noAutofit/>
          </a:bodyPr>
          <a:lstStyle/>
          <a:p>
            <a:pPr indent="0" lvl="0" marL="0" rtl="0" algn="ctr">
              <a:spcBef>
                <a:spcPts val="0"/>
              </a:spcBef>
              <a:spcAft>
                <a:spcPts val="0"/>
              </a:spcAft>
              <a:buNone/>
            </a:pPr>
            <a:r>
              <a:rPr b="1" lang="en" sz="12000">
                <a:solidFill>
                  <a:srgbClr val="818387"/>
                </a:solidFill>
              </a:rPr>
              <a:t>“</a:t>
            </a:r>
            <a:endParaRPr b="1" sz="12000">
              <a:solidFill>
                <a:srgbClr val="818387"/>
              </a:solidFill>
            </a:endParaRPr>
          </a:p>
        </p:txBody>
      </p:sp>
      <p:sp>
        <p:nvSpPr>
          <p:cNvPr id="96" name="Google Shape;96;p19"/>
          <p:cNvSpPr txBox="1"/>
          <p:nvPr>
            <p:ph type="title"/>
          </p:nvPr>
        </p:nvSpPr>
        <p:spPr>
          <a:xfrm>
            <a:off x="1682308" y="2130769"/>
            <a:ext cx="5779500" cy="1962600"/>
          </a:xfrm>
          <a:prstGeom prst="rect">
            <a:avLst/>
          </a:prstGeom>
        </p:spPr>
        <p:txBody>
          <a:bodyPr anchorCtr="0" anchor="t" bIns="34275" lIns="34275" spcFirstLastPara="1" rIns="34275" wrap="square" tIns="34275">
            <a:noAutofit/>
          </a:bodyPr>
          <a:lstStyle>
            <a:lvl1pPr lvl="0" algn="ctr">
              <a:spcBef>
                <a:spcPts val="0"/>
              </a:spcBef>
              <a:spcAft>
                <a:spcPts val="0"/>
              </a:spcAft>
              <a:buNone/>
              <a:defRPr sz="4500"/>
            </a:lvl1pPr>
            <a:lvl2pPr lvl="1">
              <a:spcBef>
                <a:spcPts val="0"/>
              </a:spcBef>
              <a:spcAft>
                <a:spcPts val="0"/>
              </a:spcAft>
              <a:buNone/>
              <a:defRPr>
                <a:latin typeface="Roboto"/>
                <a:ea typeface="Roboto"/>
                <a:cs typeface="Roboto"/>
                <a:sym typeface="Roboto"/>
              </a:defRPr>
            </a:lvl2pPr>
            <a:lvl3pPr lvl="2">
              <a:spcBef>
                <a:spcPts val="0"/>
              </a:spcBef>
              <a:spcAft>
                <a:spcPts val="0"/>
              </a:spcAft>
              <a:buNone/>
              <a:defRPr>
                <a:latin typeface="Roboto"/>
                <a:ea typeface="Roboto"/>
                <a:cs typeface="Roboto"/>
                <a:sym typeface="Roboto"/>
              </a:defRPr>
            </a:lvl3pPr>
            <a:lvl4pPr lvl="3">
              <a:spcBef>
                <a:spcPts val="0"/>
              </a:spcBef>
              <a:spcAft>
                <a:spcPts val="0"/>
              </a:spcAft>
              <a:buNone/>
              <a:defRPr>
                <a:latin typeface="Roboto"/>
                <a:ea typeface="Roboto"/>
                <a:cs typeface="Roboto"/>
                <a:sym typeface="Roboto"/>
              </a:defRPr>
            </a:lvl4pPr>
            <a:lvl5pPr lvl="4">
              <a:spcBef>
                <a:spcPts val="0"/>
              </a:spcBef>
              <a:spcAft>
                <a:spcPts val="0"/>
              </a:spcAft>
              <a:buNone/>
              <a:defRPr>
                <a:latin typeface="Roboto"/>
                <a:ea typeface="Roboto"/>
                <a:cs typeface="Roboto"/>
                <a:sym typeface="Roboto"/>
              </a:defRPr>
            </a:lvl5pPr>
            <a:lvl6pPr lvl="5">
              <a:spcBef>
                <a:spcPts val="0"/>
              </a:spcBef>
              <a:spcAft>
                <a:spcPts val="0"/>
              </a:spcAft>
              <a:buNone/>
              <a:defRPr>
                <a:latin typeface="Roboto"/>
                <a:ea typeface="Roboto"/>
                <a:cs typeface="Roboto"/>
                <a:sym typeface="Roboto"/>
              </a:defRPr>
            </a:lvl6pPr>
            <a:lvl7pPr lvl="6">
              <a:spcBef>
                <a:spcPts val="0"/>
              </a:spcBef>
              <a:spcAft>
                <a:spcPts val="0"/>
              </a:spcAft>
              <a:buNone/>
              <a:defRPr>
                <a:latin typeface="Roboto"/>
                <a:ea typeface="Roboto"/>
                <a:cs typeface="Roboto"/>
                <a:sym typeface="Roboto"/>
              </a:defRPr>
            </a:lvl7pPr>
            <a:lvl8pPr lvl="7">
              <a:spcBef>
                <a:spcPts val="0"/>
              </a:spcBef>
              <a:spcAft>
                <a:spcPts val="0"/>
              </a:spcAft>
              <a:buNone/>
              <a:defRPr>
                <a:latin typeface="Roboto"/>
                <a:ea typeface="Roboto"/>
                <a:cs typeface="Roboto"/>
                <a:sym typeface="Roboto"/>
              </a:defRPr>
            </a:lvl8pPr>
            <a:lvl9pPr lvl="8">
              <a:spcBef>
                <a:spcPts val="0"/>
              </a:spcBef>
              <a:spcAft>
                <a:spcPts val="0"/>
              </a:spcAft>
              <a:buNone/>
              <a:defRPr>
                <a:latin typeface="Roboto"/>
                <a:ea typeface="Roboto"/>
                <a:cs typeface="Roboto"/>
                <a:sym typeface="Roboto"/>
              </a:defRPr>
            </a:lvl9pPr>
          </a:lstStyle>
          <a:p/>
        </p:txBody>
      </p:sp>
      <p:sp>
        <p:nvSpPr>
          <p:cNvPr id="97" name="Google Shape;97;p19"/>
          <p:cNvSpPr txBox="1"/>
          <p:nvPr>
            <p:ph idx="2" type="subTitle"/>
          </p:nvPr>
        </p:nvSpPr>
        <p:spPr>
          <a:xfrm>
            <a:off x="3300470" y="3999056"/>
            <a:ext cx="2543100" cy="384600"/>
          </a:xfrm>
          <a:prstGeom prst="rect">
            <a:avLst/>
          </a:prstGeom>
        </p:spPr>
        <p:txBody>
          <a:bodyPr anchorCtr="0" anchor="t" bIns="34275" lIns="34275" spcFirstLastPara="1" rIns="34275" wrap="square" tIns="34275">
            <a:noAutofit/>
          </a:bodyPr>
          <a:lstStyle>
            <a:lvl1pPr lvl="0" algn="ctr">
              <a:spcBef>
                <a:spcPts val="700"/>
              </a:spcBef>
              <a:spcAft>
                <a:spcPts val="0"/>
              </a:spcAft>
              <a:buNone/>
              <a:defRPr sz="1100"/>
            </a:lvl1pPr>
            <a:lvl2pPr lvl="1">
              <a:spcBef>
                <a:spcPts val="700"/>
              </a:spcBef>
              <a:spcAft>
                <a:spcPts val="0"/>
              </a:spcAft>
              <a:buNone/>
              <a:defRPr/>
            </a:lvl2pPr>
            <a:lvl3pPr lvl="2">
              <a:spcBef>
                <a:spcPts val="700"/>
              </a:spcBef>
              <a:spcAft>
                <a:spcPts val="0"/>
              </a:spcAft>
              <a:buNone/>
              <a:defRPr/>
            </a:lvl3pPr>
            <a:lvl4pPr lvl="3">
              <a:spcBef>
                <a:spcPts val="700"/>
              </a:spcBef>
              <a:spcAft>
                <a:spcPts val="0"/>
              </a:spcAft>
              <a:buNone/>
              <a:defRPr/>
            </a:lvl4pPr>
            <a:lvl5pPr lvl="4">
              <a:spcBef>
                <a:spcPts val="700"/>
              </a:spcBef>
              <a:spcAft>
                <a:spcPts val="0"/>
              </a:spcAft>
              <a:buNone/>
              <a:defRPr/>
            </a:lvl5pPr>
            <a:lvl6pPr lvl="5">
              <a:spcBef>
                <a:spcPts val="700"/>
              </a:spcBef>
              <a:spcAft>
                <a:spcPts val="0"/>
              </a:spcAft>
              <a:buNone/>
              <a:defRPr/>
            </a:lvl6pPr>
            <a:lvl7pPr lvl="6">
              <a:spcBef>
                <a:spcPts val="700"/>
              </a:spcBef>
              <a:spcAft>
                <a:spcPts val="0"/>
              </a:spcAft>
              <a:buNone/>
              <a:defRPr/>
            </a:lvl7pPr>
            <a:lvl8pPr lvl="7">
              <a:spcBef>
                <a:spcPts val="700"/>
              </a:spcBef>
              <a:spcAft>
                <a:spcPts val="0"/>
              </a:spcAft>
              <a:buNone/>
              <a:defRPr/>
            </a:lvl8pPr>
            <a:lvl9pPr lvl="8">
              <a:spcBef>
                <a:spcPts val="700"/>
              </a:spcBef>
              <a:spcAft>
                <a:spcPts val="0"/>
              </a:spcAft>
              <a:buNone/>
              <a:defRPr/>
            </a:lvl9pPr>
          </a:lstStyle>
          <a:p/>
        </p:txBody>
      </p:sp>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3_Title Slide" showMasterSp="0">
  <p:cSld name="13_Title Slide">
    <p:spTree>
      <p:nvGrpSpPr>
        <p:cNvPr id="98" name="Shape 98"/>
        <p:cNvGrpSpPr/>
        <p:nvPr/>
      </p:nvGrpSpPr>
      <p:grpSpPr>
        <a:xfrm>
          <a:off x="0" y="0"/>
          <a:ext cx="0" cy="0"/>
          <a:chOff x="0" y="0"/>
          <a:chExt cx="0" cy="0"/>
        </a:xfrm>
      </p:grpSpPr>
      <p:sp>
        <p:nvSpPr>
          <p:cNvPr id="99" name="Google Shape;99;p20"/>
          <p:cNvSpPr/>
          <p:nvPr>
            <p:ph idx="2" type="pic"/>
          </p:nvPr>
        </p:nvSpPr>
        <p:spPr>
          <a:xfrm>
            <a:off x="192505" y="514350"/>
            <a:ext cx="1600200" cy="4629300"/>
          </a:xfrm>
          <a:prstGeom prst="rect">
            <a:avLst/>
          </a:prstGeom>
          <a:noFill/>
          <a:ln>
            <a:noFill/>
          </a:ln>
        </p:spPr>
      </p:sp>
      <p:sp>
        <p:nvSpPr>
          <p:cNvPr id="100" name="Google Shape;100;p20"/>
          <p:cNvSpPr/>
          <p:nvPr>
            <p:ph idx="3" type="pic"/>
          </p:nvPr>
        </p:nvSpPr>
        <p:spPr>
          <a:xfrm>
            <a:off x="1997242" y="0"/>
            <a:ext cx="1600200" cy="4629300"/>
          </a:xfrm>
          <a:prstGeom prst="rect">
            <a:avLst/>
          </a:prstGeom>
          <a:noFill/>
          <a:ln>
            <a:noFill/>
          </a:ln>
        </p:spPr>
      </p:sp>
      <p:sp>
        <p:nvSpPr>
          <p:cNvPr id="101" name="Google Shape;101;p20"/>
          <p:cNvSpPr/>
          <p:nvPr>
            <p:ph idx="4" type="pic"/>
          </p:nvPr>
        </p:nvSpPr>
        <p:spPr>
          <a:xfrm>
            <a:off x="3801980" y="514350"/>
            <a:ext cx="1600200" cy="4629300"/>
          </a:xfrm>
          <a:prstGeom prst="rect">
            <a:avLst/>
          </a:prstGeom>
          <a:noFill/>
          <a:ln>
            <a:noFill/>
          </a:ln>
        </p:spPr>
      </p:sp>
      <p:sp>
        <p:nvSpPr>
          <p:cNvPr id="102" name="Google Shape;102;p20"/>
          <p:cNvSpPr/>
          <p:nvPr>
            <p:ph idx="5" type="pic"/>
          </p:nvPr>
        </p:nvSpPr>
        <p:spPr>
          <a:xfrm>
            <a:off x="5606716" y="0"/>
            <a:ext cx="1600200" cy="4629300"/>
          </a:xfrm>
          <a:prstGeom prst="rect">
            <a:avLst/>
          </a:prstGeom>
          <a:noFill/>
          <a:ln>
            <a:noFill/>
          </a:ln>
        </p:spPr>
      </p:sp>
      <p:sp>
        <p:nvSpPr>
          <p:cNvPr id="103" name="Google Shape;103;p20"/>
          <p:cNvSpPr/>
          <p:nvPr>
            <p:ph idx="6" type="pic"/>
          </p:nvPr>
        </p:nvSpPr>
        <p:spPr>
          <a:xfrm>
            <a:off x="7411453" y="514350"/>
            <a:ext cx="1600200" cy="4629300"/>
          </a:xfrm>
          <a:prstGeom prst="rect">
            <a:avLst/>
          </a:prstGeom>
          <a:noFill/>
          <a:ln>
            <a:noFill/>
          </a:ln>
        </p:spPr>
      </p:sp>
    </p:spTree>
  </p:cSld>
  <p:clrMapOvr>
    <a:masterClrMapping/>
  </p:clrMapOvr>
  <p:extLst>
    <p:ext uri="{DCECCB84-F9BA-43D5-87BE-67443E8EF086}">
      <p15:sldGuideLst>
        <p15:guide id="1" orient="horz" pos="1620">
          <p15:clr>
            <a:srgbClr val="FBAE40"/>
          </p15:clr>
        </p15:guide>
        <p15:guide id="2" pos="2880">
          <p15:clr>
            <a:srgbClr val="FBAE40"/>
          </p15:clr>
        </p15:guide>
      </p15:sldGuideLst>
    </p:ext>
  </p:extLst>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1_Cover Page 1">
  <p:cSld name="1_Cover Page">
    <p:spTree>
      <p:nvGrpSpPr>
        <p:cNvPr id="104" name="Shape 104"/>
        <p:cNvGrpSpPr/>
        <p:nvPr/>
      </p:nvGrpSpPr>
      <p:grpSpPr>
        <a:xfrm>
          <a:off x="0" y="0"/>
          <a:ext cx="0" cy="0"/>
          <a:chOff x="0" y="0"/>
          <a:chExt cx="0" cy="0"/>
        </a:xfrm>
      </p:grpSpPr>
      <p:sp>
        <p:nvSpPr>
          <p:cNvPr id="105" name="Google Shape;105;p21"/>
          <p:cNvSpPr/>
          <p:nvPr/>
        </p:nvSpPr>
        <p:spPr>
          <a:xfrm>
            <a:off x="-53437" y="3390300"/>
            <a:ext cx="9197400" cy="1753200"/>
          </a:xfrm>
          <a:prstGeom prst="rect">
            <a:avLst/>
          </a:prstGeom>
          <a:solidFill>
            <a:srgbClr val="FFFFFF"/>
          </a:solidFill>
          <a:ln>
            <a:noFill/>
          </a:ln>
        </p:spPr>
        <p:txBody>
          <a:bodyPr anchorCtr="0" anchor="ctr" bIns="34275" lIns="34275" spcFirstLastPara="1" rIns="34275" wrap="square" tIns="34275">
            <a:noAutofit/>
          </a:bodyPr>
          <a:lstStyle/>
          <a:p>
            <a:pPr indent="0" lvl="0" marL="0" marR="0" rtl="0" algn="l">
              <a:lnSpc>
                <a:spcPct val="100000"/>
              </a:lnSpc>
              <a:spcBef>
                <a:spcPts val="0"/>
              </a:spcBef>
              <a:spcAft>
                <a:spcPts val="0"/>
              </a:spcAft>
              <a:buClr>
                <a:srgbClr val="000000"/>
              </a:buClr>
              <a:buSzPts val="1100"/>
              <a:buFont typeface="Arial"/>
              <a:buNone/>
            </a:pPr>
            <a:r>
              <a:t/>
            </a:r>
            <a:endParaRPr b="0" i="0" sz="1400" u="none" cap="none" strike="noStrike">
              <a:solidFill>
                <a:srgbClr val="000000"/>
              </a:solidFill>
              <a:latin typeface="Arial"/>
              <a:ea typeface="Arial"/>
              <a:cs typeface="Arial"/>
              <a:sym typeface="Arial"/>
            </a:endParaRPr>
          </a:p>
        </p:txBody>
      </p:sp>
      <p:pic>
        <p:nvPicPr>
          <p:cNvPr id="106" name="Google Shape;106;p21"/>
          <p:cNvPicPr preferRelativeResize="0"/>
          <p:nvPr/>
        </p:nvPicPr>
        <p:blipFill rotWithShape="1">
          <a:blip r:embed="rId2">
            <a:alphaModFix/>
          </a:blip>
          <a:srcRect b="13732" l="0" r="-563" t="43844"/>
          <a:stretch/>
        </p:blipFill>
        <p:spPr>
          <a:xfrm>
            <a:off x="-53437" y="-70462"/>
            <a:ext cx="9250875" cy="3460759"/>
          </a:xfrm>
          <a:prstGeom prst="rect">
            <a:avLst/>
          </a:prstGeom>
          <a:noFill/>
          <a:ln>
            <a:noFill/>
          </a:ln>
        </p:spPr>
      </p:pic>
      <p:sp>
        <p:nvSpPr>
          <p:cNvPr id="107" name="Google Shape;107;p21"/>
          <p:cNvSpPr txBox="1"/>
          <p:nvPr>
            <p:ph type="title"/>
          </p:nvPr>
        </p:nvSpPr>
        <p:spPr>
          <a:xfrm>
            <a:off x="493923" y="976378"/>
            <a:ext cx="8005800" cy="1824300"/>
          </a:xfrm>
          <a:prstGeom prst="rect">
            <a:avLst/>
          </a:prstGeom>
          <a:noFill/>
          <a:ln>
            <a:noFill/>
          </a:ln>
        </p:spPr>
        <p:txBody>
          <a:bodyPr anchorCtr="0" anchor="ctr" bIns="25700" lIns="25700" spcFirstLastPara="1" rIns="25700" wrap="square" tIns="25700">
            <a:normAutofit/>
          </a:bodyPr>
          <a:lstStyle>
            <a:lvl1pPr lvl="0" marR="0" algn="l">
              <a:lnSpc>
                <a:spcPct val="90000"/>
              </a:lnSpc>
              <a:spcBef>
                <a:spcPts val="0"/>
              </a:spcBef>
              <a:spcAft>
                <a:spcPts val="0"/>
              </a:spcAft>
              <a:buClr>
                <a:srgbClr val="FFFFFF"/>
              </a:buClr>
              <a:buSzPts val="2700"/>
              <a:buFont typeface="Playfair Display"/>
              <a:buNone/>
              <a:defRPr i="0" sz="3600" u="none" cap="none" strike="noStrike">
                <a:solidFill>
                  <a:srgbClr val="FFFFFF"/>
                </a:solidFill>
                <a:latin typeface="Playfair Display"/>
                <a:ea typeface="Playfair Display"/>
                <a:cs typeface="Playfair Display"/>
                <a:sym typeface="Playfair Display"/>
              </a:defRPr>
            </a:lvl1pPr>
            <a:lvl2pPr lvl="1" algn="l">
              <a:lnSpc>
                <a:spcPct val="100000"/>
              </a:lnSpc>
              <a:spcBef>
                <a:spcPts val="0"/>
              </a:spcBef>
              <a:spcAft>
                <a:spcPts val="0"/>
              </a:spcAft>
              <a:buSzPts val="500"/>
              <a:buFont typeface="Arial"/>
              <a:buNone/>
              <a:defRPr sz="700"/>
            </a:lvl2pPr>
            <a:lvl3pPr lvl="2" algn="l">
              <a:lnSpc>
                <a:spcPct val="100000"/>
              </a:lnSpc>
              <a:spcBef>
                <a:spcPts val="0"/>
              </a:spcBef>
              <a:spcAft>
                <a:spcPts val="0"/>
              </a:spcAft>
              <a:buSzPts val="500"/>
              <a:buFont typeface="Arial"/>
              <a:buNone/>
              <a:defRPr sz="700"/>
            </a:lvl3pPr>
            <a:lvl4pPr lvl="3" algn="l">
              <a:lnSpc>
                <a:spcPct val="100000"/>
              </a:lnSpc>
              <a:spcBef>
                <a:spcPts val="0"/>
              </a:spcBef>
              <a:spcAft>
                <a:spcPts val="0"/>
              </a:spcAft>
              <a:buSzPts val="500"/>
              <a:buFont typeface="Arial"/>
              <a:buNone/>
              <a:defRPr sz="700"/>
            </a:lvl4pPr>
            <a:lvl5pPr lvl="4" algn="l">
              <a:lnSpc>
                <a:spcPct val="100000"/>
              </a:lnSpc>
              <a:spcBef>
                <a:spcPts val="0"/>
              </a:spcBef>
              <a:spcAft>
                <a:spcPts val="0"/>
              </a:spcAft>
              <a:buSzPts val="500"/>
              <a:buFont typeface="Arial"/>
              <a:buNone/>
              <a:defRPr sz="700"/>
            </a:lvl5pPr>
            <a:lvl6pPr lvl="5" algn="l">
              <a:lnSpc>
                <a:spcPct val="100000"/>
              </a:lnSpc>
              <a:spcBef>
                <a:spcPts val="0"/>
              </a:spcBef>
              <a:spcAft>
                <a:spcPts val="0"/>
              </a:spcAft>
              <a:buSzPts val="500"/>
              <a:buFont typeface="Arial"/>
              <a:buNone/>
              <a:defRPr sz="700"/>
            </a:lvl6pPr>
            <a:lvl7pPr lvl="6" algn="l">
              <a:lnSpc>
                <a:spcPct val="100000"/>
              </a:lnSpc>
              <a:spcBef>
                <a:spcPts val="0"/>
              </a:spcBef>
              <a:spcAft>
                <a:spcPts val="0"/>
              </a:spcAft>
              <a:buSzPts val="500"/>
              <a:buFont typeface="Arial"/>
              <a:buNone/>
              <a:defRPr sz="700"/>
            </a:lvl7pPr>
            <a:lvl8pPr lvl="7" algn="l">
              <a:lnSpc>
                <a:spcPct val="100000"/>
              </a:lnSpc>
              <a:spcBef>
                <a:spcPts val="0"/>
              </a:spcBef>
              <a:spcAft>
                <a:spcPts val="0"/>
              </a:spcAft>
              <a:buSzPts val="500"/>
              <a:buFont typeface="Arial"/>
              <a:buNone/>
              <a:defRPr sz="700"/>
            </a:lvl8pPr>
            <a:lvl9pPr lvl="8" algn="l">
              <a:lnSpc>
                <a:spcPct val="100000"/>
              </a:lnSpc>
              <a:spcBef>
                <a:spcPts val="0"/>
              </a:spcBef>
              <a:spcAft>
                <a:spcPts val="0"/>
              </a:spcAft>
              <a:buSzPts val="500"/>
              <a:buFont typeface="Arial"/>
              <a:buNone/>
              <a:defRPr sz="700"/>
            </a:lvl9pPr>
          </a:lstStyle>
          <a:p/>
        </p:txBody>
      </p:sp>
      <p:sp>
        <p:nvSpPr>
          <p:cNvPr id="108" name="Google Shape;108;p21"/>
          <p:cNvSpPr txBox="1"/>
          <p:nvPr>
            <p:ph idx="1" type="subTitle"/>
          </p:nvPr>
        </p:nvSpPr>
        <p:spPr>
          <a:xfrm>
            <a:off x="493926" y="3549825"/>
            <a:ext cx="7661100" cy="9708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a:solidFill>
                  <a:schemeClr val="dk1"/>
                </a:solidFill>
              </a:defRPr>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
        <p:nvSpPr>
          <p:cNvPr id="109" name="Google Shape;109;p21"/>
          <p:cNvSpPr txBox="1"/>
          <p:nvPr>
            <p:ph idx="2" type="subTitle"/>
          </p:nvPr>
        </p:nvSpPr>
        <p:spPr>
          <a:xfrm>
            <a:off x="493923" y="4079316"/>
            <a:ext cx="7327800" cy="2987100"/>
          </a:xfrm>
          <a:prstGeom prst="rect">
            <a:avLst/>
          </a:prstGeom>
          <a:noFill/>
          <a:ln>
            <a:noFill/>
          </a:ln>
        </p:spPr>
        <p:txBody>
          <a:bodyPr anchorCtr="0" anchor="t" bIns="68575" lIns="68575" spcFirstLastPara="1" rIns="68575" wrap="square" tIns="68575">
            <a:normAutofit/>
          </a:bodyPr>
          <a:lstStyle>
            <a:lvl1pPr lvl="0" algn="l">
              <a:lnSpc>
                <a:spcPct val="115000"/>
              </a:lnSpc>
              <a:spcBef>
                <a:spcPts val="0"/>
              </a:spcBef>
              <a:spcAft>
                <a:spcPts val="0"/>
              </a:spcAft>
              <a:buClr>
                <a:schemeClr val="dk1"/>
              </a:buClr>
              <a:buSzPts val="1400"/>
              <a:buNone/>
              <a:defRPr sz="1800"/>
            </a:lvl1pPr>
            <a:lvl2pPr lvl="1" algn="l">
              <a:lnSpc>
                <a:spcPct val="115000"/>
              </a:lnSpc>
              <a:spcBef>
                <a:spcPts val="1200"/>
              </a:spcBef>
              <a:spcAft>
                <a:spcPts val="0"/>
              </a:spcAft>
              <a:buClr>
                <a:schemeClr val="dk1"/>
              </a:buClr>
              <a:buSzPts val="1100"/>
              <a:buNone/>
              <a:defRPr/>
            </a:lvl2pPr>
            <a:lvl3pPr lvl="2" algn="l">
              <a:lnSpc>
                <a:spcPct val="115000"/>
              </a:lnSpc>
              <a:spcBef>
                <a:spcPts val="1200"/>
              </a:spcBef>
              <a:spcAft>
                <a:spcPts val="0"/>
              </a:spcAft>
              <a:buClr>
                <a:schemeClr val="dk1"/>
              </a:buClr>
              <a:buSzPts val="1100"/>
              <a:buNone/>
              <a:defRPr/>
            </a:lvl3pPr>
            <a:lvl4pPr lvl="3" algn="l">
              <a:lnSpc>
                <a:spcPct val="115000"/>
              </a:lnSpc>
              <a:spcBef>
                <a:spcPts val="1200"/>
              </a:spcBef>
              <a:spcAft>
                <a:spcPts val="0"/>
              </a:spcAft>
              <a:buClr>
                <a:schemeClr val="dk1"/>
              </a:buClr>
              <a:buSzPts val="1100"/>
              <a:buNone/>
              <a:defRPr/>
            </a:lvl4pPr>
            <a:lvl5pPr lvl="4" algn="l">
              <a:lnSpc>
                <a:spcPct val="115000"/>
              </a:lnSpc>
              <a:spcBef>
                <a:spcPts val="1200"/>
              </a:spcBef>
              <a:spcAft>
                <a:spcPts val="0"/>
              </a:spcAft>
              <a:buClr>
                <a:schemeClr val="dk1"/>
              </a:buClr>
              <a:buSzPts val="1100"/>
              <a:buNone/>
              <a:defRPr/>
            </a:lvl5pPr>
            <a:lvl6pPr lvl="5" algn="l">
              <a:lnSpc>
                <a:spcPct val="115000"/>
              </a:lnSpc>
              <a:spcBef>
                <a:spcPts val="1200"/>
              </a:spcBef>
              <a:spcAft>
                <a:spcPts val="0"/>
              </a:spcAft>
              <a:buClr>
                <a:schemeClr val="dk1"/>
              </a:buClr>
              <a:buSzPts val="1100"/>
              <a:buNone/>
              <a:defRPr/>
            </a:lvl6pPr>
            <a:lvl7pPr lvl="6" algn="l">
              <a:lnSpc>
                <a:spcPct val="115000"/>
              </a:lnSpc>
              <a:spcBef>
                <a:spcPts val="1200"/>
              </a:spcBef>
              <a:spcAft>
                <a:spcPts val="0"/>
              </a:spcAft>
              <a:buClr>
                <a:schemeClr val="dk1"/>
              </a:buClr>
              <a:buSzPts val="1100"/>
              <a:buNone/>
              <a:defRPr/>
            </a:lvl7pPr>
            <a:lvl8pPr lvl="7" algn="l">
              <a:lnSpc>
                <a:spcPct val="115000"/>
              </a:lnSpc>
              <a:spcBef>
                <a:spcPts val="1200"/>
              </a:spcBef>
              <a:spcAft>
                <a:spcPts val="0"/>
              </a:spcAft>
              <a:buClr>
                <a:schemeClr val="dk1"/>
              </a:buClr>
              <a:buSzPts val="1100"/>
              <a:buNone/>
              <a:defRPr/>
            </a:lvl8pPr>
            <a:lvl9pPr lvl="8" algn="l">
              <a:lnSpc>
                <a:spcPct val="115000"/>
              </a:lnSpc>
              <a:spcBef>
                <a:spcPts val="1200"/>
              </a:spcBef>
              <a:spcAft>
                <a:spcPts val="1200"/>
              </a:spcAft>
              <a:buClr>
                <a:schemeClr val="dk1"/>
              </a:buClr>
              <a:buSzPts val="1100"/>
              <a:buNone/>
              <a:defRPr/>
            </a:lvl9pPr>
          </a:lstStyle>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image" Target="../media/image6.jpg"/><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 Id="rId13" Type="http://schemas.openxmlformats.org/officeDocument/2006/relationships/slideLayout" Target="../slideLayouts/slideLayout12.xml"/><Relationship Id="rId14" Type="http://schemas.openxmlformats.org/officeDocument/2006/relationships/slideLayout" Target="../slideLayouts/slideLayout13.xml"/><Relationship Id="rId15" Type="http://schemas.openxmlformats.org/officeDocument/2006/relationships/slideLayout" Target="../slideLayouts/slideLayout14.xml"/><Relationship Id="rId16" Type="http://schemas.openxmlformats.org/officeDocument/2006/relationships/slideLayout" Target="../slideLayouts/slideLayout15.xml"/><Relationship Id="rId17" Type="http://schemas.openxmlformats.org/officeDocument/2006/relationships/slideLayout" Target="../slideLayouts/slideLayout16.xml"/><Relationship Id="rId18" Type="http://schemas.openxmlformats.org/officeDocument/2006/relationships/slideLayout" Target="../slideLayouts/slideLayout17.xml"/><Relationship Id="rId19" Type="http://schemas.openxmlformats.org/officeDocument/2006/relationships/slideLayout" Target="../slideLayouts/slideLayout18.xml"/><Relationship Id="rId20" Type="http://schemas.openxmlformats.org/officeDocument/2006/relationships/slideLayout" Target="../slideLayouts/slideLayout19.xml"/><Relationship Id="rId21" Type="http://schemas.openxmlformats.org/officeDocument/2006/relationships/slideLayout" Target="../slideLayouts/slideLayout20.xml"/><Relationship Id="rId2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509521" y="406950"/>
            <a:ext cx="8005800" cy="994200"/>
          </a:xfrm>
          <a:prstGeom prst="rect">
            <a:avLst/>
          </a:prstGeom>
          <a:noFill/>
          <a:ln>
            <a:noFill/>
          </a:ln>
        </p:spPr>
        <p:txBody>
          <a:bodyPr anchorCtr="0" anchor="ctr" bIns="34275" lIns="34275" spcFirstLastPara="1" rIns="34275" wrap="square" tIns="34275">
            <a:noAutofit/>
          </a:bodyPr>
          <a:lstStyle>
            <a:lvl1pPr lvl="0" marR="0" algn="l">
              <a:lnSpc>
                <a:spcPct val="90000"/>
              </a:lnSpc>
              <a:spcBef>
                <a:spcPts val="0"/>
              </a:spcBef>
              <a:spcAft>
                <a:spcPts val="0"/>
              </a:spcAft>
              <a:buClr>
                <a:schemeClr val="dk1"/>
              </a:buClr>
              <a:buSzPts val="3600"/>
              <a:buFont typeface="Playfair Display"/>
              <a:buNone/>
              <a:defRPr i="0" sz="3600" u="none" cap="none" strike="noStrike">
                <a:solidFill>
                  <a:schemeClr val="dk1"/>
                </a:solidFill>
                <a:latin typeface="Playfair Display"/>
                <a:ea typeface="Playfair Display"/>
                <a:cs typeface="Playfair Display"/>
                <a:sym typeface="Playfair Display"/>
              </a:defRPr>
            </a:lvl1pPr>
            <a:lvl2pPr lvl="1">
              <a:spcBef>
                <a:spcPts val="0"/>
              </a:spcBef>
              <a:spcAft>
                <a:spcPts val="0"/>
              </a:spcAft>
              <a:buSzPts val="700"/>
              <a:buFont typeface="Arial"/>
              <a:buNone/>
              <a:defRPr sz="700"/>
            </a:lvl2pPr>
            <a:lvl3pPr lvl="2">
              <a:spcBef>
                <a:spcPts val="0"/>
              </a:spcBef>
              <a:spcAft>
                <a:spcPts val="0"/>
              </a:spcAft>
              <a:buSzPts val="700"/>
              <a:buFont typeface="Arial"/>
              <a:buNone/>
              <a:defRPr sz="700"/>
            </a:lvl3pPr>
            <a:lvl4pPr lvl="3">
              <a:spcBef>
                <a:spcPts val="0"/>
              </a:spcBef>
              <a:spcAft>
                <a:spcPts val="0"/>
              </a:spcAft>
              <a:buSzPts val="700"/>
              <a:buFont typeface="Arial"/>
              <a:buNone/>
              <a:defRPr sz="700"/>
            </a:lvl4pPr>
            <a:lvl5pPr lvl="4">
              <a:spcBef>
                <a:spcPts val="0"/>
              </a:spcBef>
              <a:spcAft>
                <a:spcPts val="0"/>
              </a:spcAft>
              <a:buSzPts val="700"/>
              <a:buFont typeface="Arial"/>
              <a:buNone/>
              <a:defRPr sz="700"/>
            </a:lvl5pPr>
            <a:lvl6pPr lvl="5">
              <a:spcBef>
                <a:spcPts val="0"/>
              </a:spcBef>
              <a:spcAft>
                <a:spcPts val="0"/>
              </a:spcAft>
              <a:buSzPts val="700"/>
              <a:buFont typeface="Arial"/>
              <a:buNone/>
              <a:defRPr sz="700"/>
            </a:lvl6pPr>
            <a:lvl7pPr lvl="6">
              <a:spcBef>
                <a:spcPts val="0"/>
              </a:spcBef>
              <a:spcAft>
                <a:spcPts val="0"/>
              </a:spcAft>
              <a:buSzPts val="700"/>
              <a:buFont typeface="Arial"/>
              <a:buNone/>
              <a:defRPr sz="700"/>
            </a:lvl7pPr>
            <a:lvl8pPr lvl="7">
              <a:spcBef>
                <a:spcPts val="0"/>
              </a:spcBef>
              <a:spcAft>
                <a:spcPts val="0"/>
              </a:spcAft>
              <a:buSzPts val="700"/>
              <a:buFont typeface="Arial"/>
              <a:buNone/>
              <a:defRPr sz="700"/>
            </a:lvl8pPr>
            <a:lvl9pPr lvl="8">
              <a:spcBef>
                <a:spcPts val="0"/>
              </a:spcBef>
              <a:spcAft>
                <a:spcPts val="0"/>
              </a:spcAft>
              <a:buSzPts val="700"/>
              <a:buFont typeface="Arial"/>
              <a:buNone/>
              <a:defRPr sz="700"/>
            </a:lvl9pPr>
          </a:lstStyle>
          <a:p/>
        </p:txBody>
      </p:sp>
      <p:sp>
        <p:nvSpPr>
          <p:cNvPr id="7" name="Google Shape;7;p1"/>
          <p:cNvSpPr txBox="1"/>
          <p:nvPr>
            <p:ph idx="1" type="body"/>
          </p:nvPr>
        </p:nvSpPr>
        <p:spPr>
          <a:xfrm>
            <a:off x="509577" y="1401113"/>
            <a:ext cx="8005800" cy="3263400"/>
          </a:xfrm>
          <a:prstGeom prst="rect">
            <a:avLst/>
          </a:prstGeom>
          <a:noFill/>
          <a:ln>
            <a:noFill/>
          </a:ln>
        </p:spPr>
        <p:txBody>
          <a:bodyPr anchorCtr="0" anchor="t" bIns="34275" lIns="34275" spcFirstLastPara="1" rIns="34275" wrap="square" tIns="34275">
            <a:noAutofit/>
          </a:bodyPr>
          <a:lstStyle>
            <a:lvl1pPr indent="-228600" lvl="0" marL="457200" marR="0" algn="l">
              <a:lnSpc>
                <a:spcPct val="90000"/>
              </a:lnSpc>
              <a:spcBef>
                <a:spcPts val="700"/>
              </a:spcBef>
              <a:spcAft>
                <a:spcPts val="0"/>
              </a:spcAft>
              <a:buClr>
                <a:schemeClr val="dk2"/>
              </a:buClr>
              <a:buSzPts val="2200"/>
              <a:buFont typeface="Roboto"/>
              <a:buNone/>
              <a:defRPr i="0" sz="2200" u="none" cap="none" strike="noStrike">
                <a:solidFill>
                  <a:schemeClr val="dk2"/>
                </a:solidFill>
                <a:latin typeface="Roboto"/>
                <a:ea typeface="Roboto"/>
                <a:cs typeface="Roboto"/>
                <a:sym typeface="Roboto"/>
              </a:defRPr>
            </a:lvl1pPr>
            <a:lvl2pPr indent="-228600" lvl="1" marL="914400" marR="0" algn="l">
              <a:lnSpc>
                <a:spcPct val="90000"/>
              </a:lnSpc>
              <a:spcBef>
                <a:spcPts val="400"/>
              </a:spcBef>
              <a:spcAft>
                <a:spcPts val="0"/>
              </a:spcAft>
              <a:buClr>
                <a:schemeClr val="dk2"/>
              </a:buClr>
              <a:buSzPts val="1800"/>
              <a:buFont typeface="Roboto"/>
              <a:buNone/>
              <a:defRPr i="0" sz="1800" u="none" cap="none" strike="noStrike">
                <a:solidFill>
                  <a:schemeClr val="dk2"/>
                </a:solidFill>
                <a:latin typeface="Roboto"/>
                <a:ea typeface="Roboto"/>
                <a:cs typeface="Roboto"/>
                <a:sym typeface="Roboto"/>
              </a:defRPr>
            </a:lvl2pPr>
            <a:lvl3pPr indent="-228600" lvl="2" marL="1371600" marR="0" algn="l">
              <a:lnSpc>
                <a:spcPct val="90000"/>
              </a:lnSpc>
              <a:spcBef>
                <a:spcPts val="400"/>
              </a:spcBef>
              <a:spcAft>
                <a:spcPts val="0"/>
              </a:spcAft>
              <a:buClr>
                <a:schemeClr val="dk2"/>
              </a:buClr>
              <a:buSzPts val="1500"/>
              <a:buFont typeface="Roboto"/>
              <a:buNone/>
              <a:defRPr i="0" sz="1500" u="none" cap="none" strike="noStrike">
                <a:solidFill>
                  <a:schemeClr val="dk2"/>
                </a:solidFill>
                <a:latin typeface="Roboto"/>
                <a:ea typeface="Roboto"/>
                <a:cs typeface="Roboto"/>
                <a:sym typeface="Roboto"/>
              </a:defRPr>
            </a:lvl3pPr>
            <a:lvl4pPr indent="-228600" lvl="3" marL="1828800" marR="0" algn="l">
              <a:lnSpc>
                <a:spcPct val="90000"/>
              </a:lnSpc>
              <a:spcBef>
                <a:spcPts val="400"/>
              </a:spcBef>
              <a:spcAft>
                <a:spcPts val="0"/>
              </a:spcAft>
              <a:buClr>
                <a:schemeClr val="dk2"/>
              </a:buClr>
              <a:buSzPts val="1300"/>
              <a:buFont typeface="Roboto"/>
              <a:buNone/>
              <a:defRPr i="0" sz="1300" u="none" cap="none" strike="noStrike">
                <a:solidFill>
                  <a:schemeClr val="dk2"/>
                </a:solidFill>
                <a:latin typeface="Roboto"/>
                <a:ea typeface="Roboto"/>
                <a:cs typeface="Roboto"/>
                <a:sym typeface="Roboto"/>
              </a:defRPr>
            </a:lvl4pPr>
            <a:lvl5pPr indent="-228600" lvl="4" marL="2286000" marR="0" algn="l">
              <a:lnSpc>
                <a:spcPct val="90000"/>
              </a:lnSpc>
              <a:spcBef>
                <a:spcPts val="400"/>
              </a:spcBef>
              <a:spcAft>
                <a:spcPts val="0"/>
              </a:spcAft>
              <a:buClr>
                <a:schemeClr val="dk2"/>
              </a:buClr>
              <a:buSzPts val="1100"/>
              <a:buFont typeface="Roboto"/>
              <a:buNone/>
              <a:defRPr i="0" sz="1100" u="none" cap="none" strike="noStrike">
                <a:solidFill>
                  <a:schemeClr val="dk2"/>
                </a:solidFill>
                <a:latin typeface="Roboto"/>
                <a:ea typeface="Roboto"/>
                <a:cs typeface="Roboto"/>
                <a:sym typeface="Roboto"/>
              </a:defRPr>
            </a:lvl5pPr>
            <a:lvl6pPr indent="-285750" lvl="5" marL="2743200" marR="0" algn="l">
              <a:lnSpc>
                <a:spcPct val="90000"/>
              </a:lnSpc>
              <a:spcBef>
                <a:spcPts val="400"/>
              </a:spcBef>
              <a:spcAft>
                <a:spcPts val="0"/>
              </a:spcAft>
              <a:buClr>
                <a:schemeClr val="dk1"/>
              </a:buClr>
              <a:buSzPts val="900"/>
              <a:buFont typeface="Roboto"/>
              <a:buChar char="•"/>
              <a:defRPr i="0" sz="900" u="none" cap="none" strike="noStrike">
                <a:solidFill>
                  <a:schemeClr val="dk1"/>
                </a:solidFill>
                <a:latin typeface="Roboto"/>
                <a:ea typeface="Roboto"/>
                <a:cs typeface="Roboto"/>
                <a:sym typeface="Roboto"/>
              </a:defRPr>
            </a:lvl6pPr>
            <a:lvl7pPr indent="-273050" lvl="6" marL="3200400" marR="0" algn="l">
              <a:lnSpc>
                <a:spcPct val="90000"/>
              </a:lnSpc>
              <a:spcBef>
                <a:spcPts val="400"/>
              </a:spcBef>
              <a:spcAft>
                <a:spcPts val="0"/>
              </a:spcAft>
              <a:buClr>
                <a:schemeClr val="dk1"/>
              </a:buClr>
              <a:buSzPts val="700"/>
              <a:buFont typeface="Roboto"/>
              <a:buChar char="•"/>
              <a:defRPr i="0" sz="700" u="none" cap="none" strike="noStrike">
                <a:solidFill>
                  <a:schemeClr val="dk1"/>
                </a:solidFill>
                <a:latin typeface="Roboto"/>
                <a:ea typeface="Roboto"/>
                <a:cs typeface="Roboto"/>
                <a:sym typeface="Roboto"/>
              </a:defRPr>
            </a:lvl7pPr>
            <a:lvl8pPr indent="-260350" lvl="7" marL="3657600" marR="0" algn="l">
              <a:lnSpc>
                <a:spcPct val="90000"/>
              </a:lnSpc>
              <a:spcBef>
                <a:spcPts val="400"/>
              </a:spcBef>
              <a:spcAft>
                <a:spcPts val="0"/>
              </a:spcAft>
              <a:buClr>
                <a:schemeClr val="dk1"/>
              </a:buClr>
              <a:buSzPts val="500"/>
              <a:buFont typeface="Roboto"/>
              <a:buChar char="•"/>
              <a:defRPr i="0" sz="500" u="none" cap="none" strike="noStrike">
                <a:solidFill>
                  <a:schemeClr val="dk1"/>
                </a:solidFill>
                <a:latin typeface="Roboto"/>
                <a:ea typeface="Roboto"/>
                <a:cs typeface="Roboto"/>
                <a:sym typeface="Roboto"/>
              </a:defRPr>
            </a:lvl8pPr>
            <a:lvl9pPr indent="-254000" lvl="8" marL="4114800" marR="0" algn="l">
              <a:lnSpc>
                <a:spcPct val="90000"/>
              </a:lnSpc>
              <a:spcBef>
                <a:spcPts val="400"/>
              </a:spcBef>
              <a:spcAft>
                <a:spcPts val="0"/>
              </a:spcAft>
              <a:buClr>
                <a:schemeClr val="dk1"/>
              </a:buClr>
              <a:buSzPts val="400"/>
              <a:buFont typeface="Roboto"/>
              <a:buChar char="•"/>
              <a:defRPr i="0" sz="400" u="none" cap="none" strike="noStrike">
                <a:solidFill>
                  <a:schemeClr val="dk1"/>
                </a:solidFill>
                <a:latin typeface="Roboto"/>
                <a:ea typeface="Roboto"/>
                <a:cs typeface="Roboto"/>
                <a:sym typeface="Roboto"/>
              </a:defRPr>
            </a:lvl9pPr>
          </a:lstStyle>
          <a:p/>
        </p:txBody>
      </p:sp>
      <p:pic>
        <p:nvPicPr>
          <p:cNvPr id="8" name="Google Shape;8;p1"/>
          <p:cNvPicPr preferRelativeResize="0"/>
          <p:nvPr/>
        </p:nvPicPr>
        <p:blipFill rotWithShape="1">
          <a:blip r:embed="rId1">
            <a:alphaModFix/>
          </a:blip>
          <a:srcRect b="0" l="0" r="0" t="35296"/>
          <a:stretch/>
        </p:blipFill>
        <p:spPr>
          <a:xfrm>
            <a:off x="0" y="4794384"/>
            <a:ext cx="9144000" cy="349116"/>
          </a:xfrm>
          <a:prstGeom prst="rect">
            <a:avLst/>
          </a:prstGeom>
          <a:noFill/>
          <a:ln>
            <a:noFill/>
          </a:ln>
        </p:spPr>
      </p:pic>
    </p:spTree>
  </p:cSld>
  <p:clrMap accent1="accent1" accent2="accent2" accent3="accent3" accent4="accent4" accent5="accent5" accent6="accent6" bg1="lt1" bg2="dk2" tx1="dk1" tx2="lt2" folHlink="folHlink" hlink="hlink"/>
  <p:sldLayoutIdLst>
    <p:sldLayoutId id="2147483648" r:id="rId2"/>
    <p:sldLayoutId id="2147483649" r:id="rId3"/>
    <p:sldLayoutId id="2147483650" r:id="rId4"/>
    <p:sldLayoutId id="2147483651" r:id="rId5"/>
    <p:sldLayoutId id="2147483652" r:id="rId6"/>
    <p:sldLayoutId id="2147483653" r:id="rId7"/>
    <p:sldLayoutId id="2147483654" r:id="rId8"/>
    <p:sldLayoutId id="2147483655" r:id="rId9"/>
    <p:sldLayoutId id="2147483656" r:id="rId10"/>
    <p:sldLayoutId id="2147483657" r:id="rId11"/>
    <p:sldLayoutId id="2147483658" r:id="rId12"/>
    <p:sldLayoutId id="2147483659" r:id="rId13"/>
    <p:sldLayoutId id="2147483660" r:id="rId14"/>
    <p:sldLayoutId id="2147483661" r:id="rId15"/>
    <p:sldLayoutId id="2147483662" r:id="rId16"/>
    <p:sldLayoutId id="2147483663" r:id="rId17"/>
    <p:sldLayoutId id="2147483664" r:id="rId18"/>
    <p:sldLayoutId id="2147483665" r:id="rId19"/>
    <p:sldLayoutId id="2147483666" r:id="rId20"/>
    <p:sldLayoutId id="2147483667"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xml"/><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3.xml"/><Relationship Id="rId3" Type="http://schemas.openxmlformats.org/officeDocument/2006/relationships/image" Target="../media/image4.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4.xml"/><Relationship Id="rId3"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5.xml"/><Relationship Id="rId3" Type="http://schemas.openxmlformats.org/officeDocument/2006/relationships/image" Target="../media/image7.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6.xml"/><Relationship Id="rId3" Type="http://schemas.openxmlformats.org/officeDocument/2006/relationships/image" Target="../media/image9.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 Id="rId3" Type="http://schemas.openxmlformats.org/officeDocument/2006/relationships/image" Target="../media/image10.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8.xml"/><Relationship Id="rId3" Type="http://schemas.openxmlformats.org/officeDocument/2006/relationships/image" Target="../media/image11.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9.xml"/><Relationship Id="rId3"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0.xml"/><Relationship Id="rId3" Type="http://schemas.openxmlformats.org/officeDocument/2006/relationships/image" Target="../media/image1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1.xml"/><Relationship Id="rId3" Type="http://schemas.openxmlformats.org/officeDocument/2006/relationships/image" Target="../media/image1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2.xml"/><Relationship Id="rId3" Type="http://schemas.openxmlformats.org/officeDocument/2006/relationships/image" Target="../media/image15.gif"/></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3.xml"/><Relationship Id="rId3" Type="http://schemas.openxmlformats.org/officeDocument/2006/relationships/image" Target="../media/image16.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4.xml"/><Relationship Id="rId3" Type="http://schemas.openxmlformats.org/officeDocument/2006/relationships/image" Target="../media/image1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5.xml"/><Relationship Id="rId3" Type="http://schemas.openxmlformats.org/officeDocument/2006/relationships/image" Target="../media/image18.gif"/></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6.xml"/><Relationship Id="rId3" Type="http://schemas.openxmlformats.org/officeDocument/2006/relationships/image" Target="../media/image1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7.xml"/><Relationship Id="rId3" Type="http://schemas.openxmlformats.org/officeDocument/2006/relationships/image" Target="../media/image2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8.xml"/><Relationship Id="rId3" Type="http://schemas.openxmlformats.org/officeDocument/2006/relationships/image" Target="../media/image2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image" Target="../media/image11.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image" Target="../media/image2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0.xml"/><Relationship Id="rId3" Type="http://schemas.openxmlformats.org/officeDocument/2006/relationships/image" Target="../media/image3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1.xml"/><Relationship Id="rId3" Type="http://schemas.openxmlformats.org/officeDocument/2006/relationships/image" Target="../media/image3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2.xml"/><Relationship Id="rId3"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3.xml"/><Relationship Id="rId3" Type="http://schemas.openxmlformats.org/officeDocument/2006/relationships/image" Target="../media/image33.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24.xml"/><Relationship Id="rId3" Type="http://schemas.openxmlformats.org/officeDocument/2006/relationships/image" Target="../media/image3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wrap="square"/>
          <a:lstStyle/>
          <a:p>
            <a:pPr marL="0" indent="0">
              <a:buNone/>
            </a:pPr>
            <a:r>
              <a:t>CSCI 3495</a:t>
            </a:r>
          </a:p>
          <a:p>
            <a:pPr marL="0" indent="0">
              <a:buNone/>
            </a:pPr>
            <a:r>
              <a:t>The GPT Family &amp; Autoregressive Generation</a:t>
            </a:r>
          </a:p>
        </p:txBody>
      </p:sp>
      <p:sp>
        <p:nvSpPr>
          <p:cNvPr id="3" name="Subtitle 2"/>
          <p:cNvSpPr>
            <a:spLocks noGrp="1"/>
          </p:cNvSpPr>
          <p:nvPr>
            <p:ph type="subTitle" idx="1"/>
          </p:nvPr>
        </p:nvSpPr>
        <p:spPr>
          <a:xfrm>
            <a:off x="493926" y="3549825"/>
            <a:ext cx="6080610" cy="970800"/>
          </a:xfrm>
        </p:spPr>
        <p:txBody>
          <a:bodyPr wrap="square"/>
          <a:lstStyle/>
          <a:p>
            <a:pPr marL="0" indent="0">
              <a:buNone/>
            </a:pPr>
            <a:r>
              <a:t>Natural Language Processing &amp; Large Language Models</a:t>
            </a:r>
          </a:p>
          <a:p>
            <a:pPr marL="0" indent="0">
              <a:buNone/>
            </a:pPr>
            <a:r>
              <a:t>Week 7, Class 1</a:t>
            </a:r>
          </a:p>
        </p:txBody>
      </p:sp>
      <p:pic>
        <p:nvPicPr>
          <p:cNvPr id="5" name="Picture 4" descr="The GPT Family &amp; Autoregressive Generation"/>
          <p:cNvPicPr>
            <a:picLocks noChangeAspect="1"/>
          </p:cNvPicPr>
          <p:nvPr/>
        </p:nvPicPr>
        <p:blipFill>
          <a:blip r:embed="rId3"/>
          <a:stretch>
            <a:fillRect/>
          </a:stretch>
        </p:blipFill>
        <p:spPr>
          <a:xfrm>
            <a:off x="6803136" y="3474720"/>
            <a:ext cx="1975104" cy="1481328"/>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777777"/>
                </a:solidFill>
              </a:defRPr>
            </a:pPr>
            <a:r>
              <a:t>Source: Ann Cook, geograph.org.uk via Wikimedia Commons, CC BY-SA 2.0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Today's path</a:t>
            </a:r>
          </a:p>
        </p:txBody>
      </p:sp>
      <p:pic>
        <p:nvPicPr>
          <p:cNvPr id="5" name="Picture 4" descr="Today's path"/>
          <p:cNvPicPr>
            <a:picLocks noChangeAspect="1"/>
          </p:cNvPicPr>
          <p:nvPr/>
        </p:nvPicPr>
        <p:blipFill>
          <a:blip r:embed="rId3"/>
          <a:stretch>
            <a:fillRect/>
          </a:stretch>
        </p:blipFill>
        <p:spPr>
          <a:xfrm>
            <a:off x="707909" y="1078992"/>
            <a:ext cx="7728181"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photos: Unsplash License; figures: SLP3 Fig. 7.11, Brown et al. 2020 Fig. 1.2, course figures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 BERT vs. GPT</a:t>
            </a:r>
          </a:p>
        </p:txBody>
      </p:sp>
      <p:pic>
        <p:nvPicPr>
          <p:cNvPr id="5" name="Picture 4" descr="Recap: BERT vs. GPT"/>
          <p:cNvPicPr>
            <a:picLocks noChangeAspect="1"/>
          </p:cNvPicPr>
          <p:nvPr/>
        </p:nvPicPr>
        <p:blipFill>
          <a:blip r:embed="rId3"/>
          <a:stretch>
            <a:fillRect/>
          </a:stretch>
        </p:blipFill>
        <p:spPr>
          <a:xfrm>
            <a:off x="395428" y="1078992"/>
            <a:ext cx="835314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Three ways to wire a Transformer</a:t>
            </a:r>
          </a:p>
        </p:txBody>
      </p:sp>
      <p:pic>
        <p:nvPicPr>
          <p:cNvPr id="5" name="Picture 4" descr="Three ways to wire a Transformer"/>
          <p:cNvPicPr>
            <a:picLocks noChangeAspect="1"/>
          </p:cNvPicPr>
          <p:nvPr/>
        </p:nvPicPr>
        <p:blipFill>
          <a:blip r:embed="rId3"/>
          <a:stretch>
            <a:fillRect/>
          </a:stretch>
        </p:blipFill>
        <p:spPr>
          <a:xfrm>
            <a:off x="809740" y="1078992"/>
            <a:ext cx="752452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7.3</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GPT family</a:t>
            </a:r>
          </a:p>
        </p:txBody>
      </p:sp>
      <p:pic>
        <p:nvPicPr>
          <p:cNvPr id="5" name="Picture 4" descr="The GPT family"/>
          <p:cNvPicPr>
            <a:picLocks noChangeAspect="1"/>
          </p:cNvPicPr>
          <p:nvPr/>
        </p:nvPicPr>
        <p:blipFill>
          <a:blip r:embed="rId3"/>
          <a:stretch>
            <a:fillRect/>
          </a:stretch>
        </p:blipFill>
        <p:spPr>
          <a:xfrm>
            <a:off x="274320" y="1485861"/>
            <a:ext cx="8595360" cy="277528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 params per Radford et al. 2018/2019 &amp; Brown et al. 2020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Autoregressive generation</a:t>
            </a:r>
          </a:p>
        </p:txBody>
      </p:sp>
      <p:pic>
        <p:nvPicPr>
          <p:cNvPr id="5" name="Picture 4" descr="Autoregressive generation"/>
          <p:cNvPicPr>
            <a:picLocks noChangeAspect="1"/>
          </p:cNvPicPr>
          <p:nvPr/>
        </p:nvPicPr>
        <p:blipFill>
          <a:blip r:embed="rId3"/>
          <a:stretch>
            <a:fillRect/>
          </a:stretch>
        </p:blipFill>
        <p:spPr>
          <a:xfrm>
            <a:off x="274320" y="1336535"/>
            <a:ext cx="8595360" cy="307393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One word at a time</a:t>
            </a:r>
          </a:p>
        </p:txBody>
      </p:sp>
      <p:pic>
        <p:nvPicPr>
          <p:cNvPr id="5" name="Picture 4" descr="One word at a time"/>
          <p:cNvPicPr>
            <a:picLocks noChangeAspect="1"/>
          </p:cNvPicPr>
          <p:nvPr/>
        </p:nvPicPr>
        <p:blipFill>
          <a:blip r:embed="rId3"/>
          <a:stretch>
            <a:fillRect/>
          </a:stretch>
        </p:blipFill>
        <p:spPr>
          <a:xfrm>
            <a:off x="2181312" y="1078992"/>
            <a:ext cx="478137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https://images.unsplash.com/photo-1455390582262-044cdead277a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A decoding strategy is the dice roll: it turns one distribution into the next token."/>
          <p:cNvPicPr>
            <a:picLocks noChangeAspect="1"/>
          </p:cNvPicPr>
          <p:nvPr/>
        </p:nvPicPr>
        <p:blipFill>
          <a:blip r:embed="rId3"/>
          <a:stretch>
            <a:fillRect/>
          </a:stretch>
        </p:blipFill>
        <p:spPr>
          <a:xfrm>
            <a:off x="0" y="-471488"/>
            <a:ext cx="9144000" cy="608647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1874519"/>
          </a:xfrm>
          <a:prstGeom prst="rect">
            <a:avLst/>
          </a:prstGeom>
          <a:noFill/>
        </p:spPr>
        <p:txBody>
          <a:bodyPr wrap="square" anchor="ctr">
            <a:spAutoFit/>
          </a:bodyPr>
          <a:lstStyle/>
          <a:p>
            <a:pPr algn="ctr" marL="0" indent="0">
              <a:buNone/>
            </a:pPr>
            <a:r>
              <a:rPr sz="3400" b="1">
                <a:solidFill>
                  <a:srgbClr val="FFFFFF"/>
                </a:solidFill>
              </a:rPr>
              <a:t>If the model only predicts probabilities, who actually picks the word?</a:t>
            </a:r>
          </a:p>
        </p:txBody>
      </p:sp>
      <p:sp>
        <p:nvSpPr>
          <p:cNvPr id="8" name="TextBox 7"/>
          <p:cNvSpPr txBox="1"/>
          <p:nvPr/>
        </p:nvSpPr>
        <p:spPr>
          <a:xfrm>
            <a:off x="640080" y="3108959"/>
            <a:ext cx="7863840" cy="777240"/>
          </a:xfrm>
          <a:prstGeom prst="rect">
            <a:avLst/>
          </a:prstGeom>
          <a:noFill/>
        </p:spPr>
        <p:txBody>
          <a:bodyPr wrap="square" anchor="t">
            <a:spAutoFit/>
          </a:bodyPr>
          <a:lstStyle/>
          <a:p>
            <a:pPr algn="ctr" marL="0" indent="0">
              <a:buNone/>
            </a:pPr>
            <a:r>
              <a:rPr sz="2000">
                <a:solidFill>
                  <a:srgbClr val="FFFFFF"/>
                </a:solidFill>
              </a:rPr>
              <a:t>A decoding strategy is the dice roll: it turns one distribution into the next token.</a:t>
            </a:r>
          </a:p>
        </p:txBody>
      </p:sp>
      <p:sp>
        <p:nvSpPr>
          <p:cNvPr id="9" name="TextBox 8"/>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https://images.unsplash.com/photo-1605870445919-838d190e8e1b</a:t>
            </a:r>
          </a:p>
        </p:txBody>
      </p:sp>
    </p:spTree>
  </p:cSld>
  <p:clrMapOvr>
    <a:masterClrMapping/>
  </p:clrMapOvr>
  <p:timing>
    <p:tnLst>
      <p:par>
        <p:cTn id="1" dur="indefinite" restart="never" nodeType="tmRoot">
          <p:childTnLst>
            <p:seq concurrent="1" nextAc="seek">
              <p:cTn id="2" dur="indefinite" nodeType="mainSeq">
                <p:childTnLst>
                  <p:par>
                    <p:cTn id="4" fill="hold">
                      <p:stCondLst>
                        <p:cond delay="indefinite"/>
                      </p:stCondLst>
                      <p:childTnLst>
                        <p:par>
                          <p:cTn id="5" fill="hold">
                            <p:stCondLst>
                              <p:cond delay="0"/>
                            </p:stCondLst>
                            <p:childTnLst>
                              <p:par>
                                <p:cTn id="6" presetID="10" presetClass="entr" presetSubtype="0" fill="hold" grpId="0" nodeType="clickEffect">
                                  <p:stCondLst>
                                    <p:cond delay="0"/>
                                  </p:stCondLst>
                                  <p:childTnLst>
                                    <p:set>
                                      <p:cBhvr>
                                        <p:cTn id="7" dur="1" fill="hold">
                                          <p:stCondLst>
                                            <p:cond delay="0"/>
                                          </p:stCondLst>
                                        </p:cTn>
                                        <p:tgtEl>
                                          <p:spTgt spid="8"/>
                                        </p:tgtEl>
                                        <p:attrNameLst>
                                          <p:attrName>style.visibility</p:attrName>
                                        </p:attrNameLst>
                                      </p:cBhvr>
                                      <p:to>
                                        <p:strVal val="visible"/>
                                      </p:to>
                                    </p:set>
                                    <p:animEffect transition="in" filter="fade">
                                      <p:cBhvr>
                                        <p:cTn id="8" dur="400"/>
                                        <p:tgtEl>
                                          <p:spTgt spid="8"/>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8" grpId="0"/>
    </p:bld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engine under generation</a:t>
            </a:r>
          </a:p>
        </p:txBody>
      </p:sp>
      <p:pic>
        <p:nvPicPr>
          <p:cNvPr id="5" name="Picture 4" descr="The engine under generation"/>
          <p:cNvPicPr>
            <a:picLocks noChangeAspect="1"/>
          </p:cNvPicPr>
          <p:nvPr/>
        </p:nvPicPr>
        <p:blipFill>
          <a:blip r:embed="rId3"/>
          <a:stretch>
            <a:fillRect/>
          </a:stretch>
        </p:blipFill>
        <p:spPr>
          <a:xfrm>
            <a:off x="716980" y="1078992"/>
            <a:ext cx="7710040"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7.1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decoding problem</a:t>
            </a:r>
          </a:p>
        </p:txBody>
      </p:sp>
      <p:pic>
        <p:nvPicPr>
          <p:cNvPr id="5" name="Picture 4" descr="The decoding problem"/>
          <p:cNvPicPr>
            <a:picLocks noChangeAspect="1"/>
          </p:cNvPicPr>
          <p:nvPr/>
        </p:nvPicPr>
        <p:blipFill>
          <a:blip r:embed="rId3"/>
          <a:stretch>
            <a:fillRect/>
          </a:stretch>
        </p:blipFill>
        <p:spPr>
          <a:xfrm>
            <a:off x="274320" y="1303756"/>
            <a:ext cx="8595360" cy="3139491"/>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Greedy decoding</a:t>
            </a:r>
          </a:p>
        </p:txBody>
      </p:sp>
      <p:pic>
        <p:nvPicPr>
          <p:cNvPr id="5" name="Picture 4" descr="Greedy decoding"/>
          <p:cNvPicPr>
            <a:picLocks noChangeAspect="1"/>
          </p:cNvPicPr>
          <p:nvPr/>
        </p:nvPicPr>
        <p:blipFill>
          <a:blip r:embed="rId3"/>
          <a:stretch>
            <a:fillRect/>
          </a:stretch>
        </p:blipFill>
        <p:spPr>
          <a:xfrm>
            <a:off x="721960" y="1078992"/>
            <a:ext cx="7700079" cy="358901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Beam search</a:t>
            </a:r>
          </a:p>
        </p:txBody>
      </p:sp>
      <p:pic>
        <p:nvPicPr>
          <p:cNvPr id="5" name="Picture 4" descr="Beam search"/>
          <p:cNvPicPr>
            <a:picLocks noChangeAspect="1"/>
          </p:cNvPicPr>
          <p:nvPr/>
        </p:nvPicPr>
        <p:blipFill>
          <a:blip r:embed="rId3"/>
          <a:stretch>
            <a:fillRect/>
          </a:stretch>
        </p:blipFill>
        <p:spPr>
          <a:xfrm>
            <a:off x="366117" y="1078992"/>
            <a:ext cx="8411765"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Sampling</a:t>
            </a:r>
          </a:p>
        </p:txBody>
      </p:sp>
      <p:pic>
        <p:nvPicPr>
          <p:cNvPr id="5" name="Picture 4" descr="Sampling"/>
          <p:cNvPicPr>
            <a:picLocks noChangeAspect="1"/>
          </p:cNvPicPr>
          <p:nvPr/>
        </p:nvPicPr>
        <p:blipFill>
          <a:blip r:embed="rId3"/>
          <a:stretch>
            <a:fillRect/>
          </a:stretch>
        </p:blipFill>
        <p:spPr>
          <a:xfrm>
            <a:off x="274320" y="1383882"/>
            <a:ext cx="8595360" cy="2979239"/>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Top-k sampling</a:t>
            </a:r>
          </a:p>
        </p:txBody>
      </p:sp>
      <p:pic>
        <p:nvPicPr>
          <p:cNvPr id="5" name="Picture 4" descr="Top-k sampling"/>
          <p:cNvPicPr>
            <a:picLocks noChangeAspect="1"/>
          </p:cNvPicPr>
          <p:nvPr/>
        </p:nvPicPr>
        <p:blipFill>
          <a:blip r:embed="rId3"/>
          <a:stretch>
            <a:fillRect/>
          </a:stretch>
        </p:blipFill>
        <p:spPr>
          <a:xfrm>
            <a:off x="728948" y="1078992"/>
            <a:ext cx="7686104"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Top-p (nucleus) sampling</a:t>
            </a:r>
          </a:p>
        </p:txBody>
      </p:sp>
      <p:pic>
        <p:nvPicPr>
          <p:cNvPr id="5" name="Picture 4" descr="Top-p (nucleus) sampling"/>
          <p:cNvPicPr>
            <a:picLocks noChangeAspect="1"/>
          </p:cNvPicPr>
          <p:nvPr/>
        </p:nvPicPr>
        <p:blipFill>
          <a:blip r:embed="rId3"/>
          <a:stretch>
            <a:fillRect/>
          </a:stretch>
        </p:blipFill>
        <p:spPr>
          <a:xfrm>
            <a:off x="726621" y="1078992"/>
            <a:ext cx="7690757"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animation; original figure; nucleus sampling, Holtzman et al. 2020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Temperature in action</a:t>
            </a:r>
          </a:p>
        </p:txBody>
      </p:sp>
      <p:pic>
        <p:nvPicPr>
          <p:cNvPr id="5" name="Picture 4" descr="Temperature in action"/>
          <p:cNvPicPr>
            <a:picLocks noChangeAspect="1"/>
          </p:cNvPicPr>
          <p:nvPr/>
        </p:nvPicPr>
        <p:blipFill>
          <a:blip r:embed="rId3"/>
          <a:stretch>
            <a:fillRect/>
          </a:stretch>
        </p:blipFill>
        <p:spPr>
          <a:xfrm>
            <a:off x="2276257" y="1078992"/>
            <a:ext cx="4591486"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Jurafsky &amp; Martin, SLP3 (Jan 2026 draft), Fig. 7.11</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Putting it together</a:t>
            </a:r>
          </a:p>
        </p:txBody>
      </p:sp>
      <p:pic>
        <p:nvPicPr>
          <p:cNvPr id="5" name="Picture 4" descr="Putting it together"/>
          <p:cNvPicPr>
            <a:picLocks noChangeAspect="1"/>
          </p:cNvPicPr>
          <p:nvPr/>
        </p:nvPicPr>
        <p:blipFill>
          <a:blip r:embed="rId3"/>
          <a:stretch>
            <a:fillRect/>
          </a:stretch>
        </p:blipFill>
        <p:spPr>
          <a:xfrm>
            <a:off x="274320" y="1205419"/>
            <a:ext cx="8595360" cy="3336165"/>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repetition problem</a:t>
            </a:r>
          </a:p>
        </p:txBody>
      </p:sp>
      <p:pic>
        <p:nvPicPr>
          <p:cNvPr id="5" name="Picture 4" descr="The repetition problem"/>
          <p:cNvPicPr>
            <a:picLocks noChangeAspect="1"/>
          </p:cNvPicPr>
          <p:nvPr/>
        </p:nvPicPr>
        <p:blipFill>
          <a:blip r:embed="rId3"/>
          <a:stretch>
            <a:fillRect/>
          </a:stretch>
        </p:blipFill>
        <p:spPr>
          <a:xfrm>
            <a:off x="274320" y="1325609"/>
            <a:ext cx="8595360" cy="3095786"/>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5" name="Picture 4" descr="Think (1 min), pair (2 min), share (2 min): which knob makes the output loop? Then run decoding.py and check."/>
          <p:cNvPicPr>
            <a:picLocks noChangeAspect="1"/>
          </p:cNvPicPr>
          <p:nvPr/>
        </p:nvPicPr>
        <p:blipFill>
          <a:blip r:embed="rId3"/>
          <a:stretch>
            <a:fillRect/>
          </a:stretch>
        </p:blipFill>
        <p:spPr>
          <a:xfrm>
            <a:off x="0" y="-471488"/>
            <a:ext cx="9144000" cy="6086475"/>
          </a:xfrm>
          <a:prstGeom prst="rect">
            <a:avLst/>
          </a:prstGeom>
        </p:spPr>
      </p:pic>
      <p:sp>
        <p:nvSpPr>
          <p:cNvPr id="6" name="Rectangle 5"/>
          <p:cNvSpPr/>
          <p:nvPr/>
        </p:nvSpPr>
        <p:spPr>
          <a:xfrm>
            <a:off x="0" y="1143000"/>
            <a:ext cx="9144000" cy="2834640"/>
          </a:xfrm>
          <a:prstGeom prst="rect">
            <a:avLst/>
          </a:prstGeom>
          <a:solidFill>
            <a:srgbClr val="101012">
              <a:alpha val="42000"/>
            </a:srgbClr>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234440"/>
            <a:ext cx="7863840" cy="2651760"/>
          </a:xfrm>
          <a:prstGeom prst="rect">
            <a:avLst/>
          </a:prstGeom>
          <a:noFill/>
        </p:spPr>
        <p:txBody>
          <a:bodyPr wrap="square" anchor="ctr">
            <a:spAutoFit/>
          </a:bodyPr>
          <a:lstStyle/>
          <a:p>
            <a:pPr algn="ctr" marL="0" indent="0">
              <a:buNone/>
            </a:pPr>
            <a:r>
              <a:rPr sz="4000" b="1">
                <a:solidFill>
                  <a:srgbClr val="FFFFFF"/>
                </a:solidFill>
              </a:rPr>
              <a:t>Predict, then prove it</a:t>
            </a:r>
          </a:p>
          <a:p>
            <a:pPr algn="ctr" marL="0" indent="0">
              <a:buNone/>
            </a:pPr>
            <a:r>
              <a:rPr sz="2000">
                <a:solidFill>
                  <a:srgbClr val="FFFFFF"/>
                </a:solidFill>
              </a:rPr>
              <a:t>Think (1 min), pair (2 min), share (2 min): which knob makes the output loop? Then run decoding.py and check.</a:t>
            </a:r>
          </a:p>
        </p:txBody>
      </p:sp>
      <p:sp>
        <p:nvSpPr>
          <p:cNvPr id="8" name="TextBox 7"/>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Unsplash License, https://images.unsplash.com/photo-1605870445919-838d190e8e1b</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Break</a:t>
            </a:r>
          </a:p>
        </p:txBody>
      </p:sp>
      <p:pic>
        <p:nvPicPr>
          <p:cNvPr id="5" name="Picture 4" descr="Five minutes: stretch, refill water, compare notes. Then decoding.py and the Ollama playground to test your prediction."/>
          <p:cNvPicPr>
            <a:picLocks noChangeAspect="1"/>
          </p:cNvPicPr>
          <p:nvPr/>
        </p:nvPicPr>
        <p:blipFill>
          <a:blip r:embed="rId2"/>
          <a:stretch>
            <a:fillRect/>
          </a:stretch>
        </p:blipFill>
        <p:spPr>
          <a:xfrm>
            <a:off x="274320" y="1280312"/>
            <a:ext cx="8595360" cy="31863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The required reading: GPT-3</a:t>
            </a:r>
          </a:p>
        </p:txBody>
      </p:sp>
      <p:pic>
        <p:nvPicPr>
          <p:cNvPr id="5" name="Picture 4" descr="The required reading: GPT-3"/>
          <p:cNvPicPr>
            <a:picLocks noChangeAspect="1"/>
          </p:cNvPicPr>
          <p:nvPr/>
        </p:nvPicPr>
        <p:blipFill>
          <a:blip r:embed="rId3"/>
          <a:stretch>
            <a:fillRect/>
          </a:stretch>
        </p:blipFill>
        <p:spPr>
          <a:xfrm>
            <a:off x="274320" y="1139862"/>
            <a:ext cx="8595360" cy="346728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"Language Models are Few-Shot Learners" (arXiv:2005.14165)</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Bigger models squeeze more from a prompt</a:t>
            </a:r>
          </a:p>
        </p:txBody>
      </p:sp>
      <p:pic>
        <p:nvPicPr>
          <p:cNvPr id="5" name="Picture 4" descr="Bigger models squeeze more from a prompt"/>
          <p:cNvPicPr>
            <a:picLocks noChangeAspect="1"/>
          </p:cNvPicPr>
          <p:nvPr/>
        </p:nvPicPr>
        <p:blipFill>
          <a:blip r:embed="rId3"/>
          <a:stretch>
            <a:fillRect/>
          </a:stretch>
        </p:blipFill>
        <p:spPr>
          <a:xfrm>
            <a:off x="1526085" y="1078992"/>
            <a:ext cx="6091829"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Brown et al. 2020, "Language Models are Few-Shot Learners" (arXiv:2005.14165), Fig. 1.2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Connecting to the exercise</a:t>
            </a:r>
          </a:p>
        </p:txBody>
      </p:sp>
      <p:pic>
        <p:nvPicPr>
          <p:cNvPr id="5" name="Picture 4" descr="Connecting to the exercise"/>
          <p:cNvPicPr>
            <a:picLocks noChangeAspect="1"/>
          </p:cNvPicPr>
          <p:nvPr/>
        </p:nvPicPr>
        <p:blipFill>
          <a:blip r:embed="rId3"/>
          <a:stretch>
            <a:fillRect/>
          </a:stretch>
        </p:blipFill>
        <p:spPr>
          <a:xfrm>
            <a:off x="274320" y="1857356"/>
            <a:ext cx="8595360" cy="2032292"/>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weeks/week-07/class-01/exercise/decoding.py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What you should see</a:t>
            </a:r>
          </a:p>
        </p:txBody>
      </p:sp>
      <p:pic>
        <p:nvPicPr>
          <p:cNvPr id="5" name="Picture 4" descr="What you should see"/>
          <p:cNvPicPr>
            <a:picLocks noChangeAspect="1"/>
          </p:cNvPicPr>
          <p:nvPr/>
        </p:nvPicPr>
        <p:blipFill>
          <a:blip r:embed="rId3"/>
          <a:stretch>
            <a:fillRect/>
          </a:stretch>
        </p:blipFill>
        <p:spPr>
          <a:xfrm>
            <a:off x="650663" y="1078992"/>
            <a:ext cx="7842673" cy="3589020"/>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example run of weeks/week-07/class-01/solutions/decoding.py</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457200" y="256032"/>
            <a:ext cx="8229600" cy="822960"/>
          </a:xfrm>
        </p:spPr>
        <p:txBody>
          <a:bodyPr wrap="square"/>
          <a:lstStyle/>
          <a:p>
            <a:pPr marL="0" indent="0">
              <a:buNone/>
            </a:pPr>
            <a:r>
              <a:t>Recap</a:t>
            </a:r>
          </a:p>
        </p:txBody>
      </p:sp>
      <p:pic>
        <p:nvPicPr>
          <p:cNvPr id="5" name="Picture 4" descr="Recap"/>
          <p:cNvPicPr>
            <a:picLocks noChangeAspect="1"/>
          </p:cNvPicPr>
          <p:nvPr/>
        </p:nvPicPr>
        <p:blipFill>
          <a:blip r:embed="rId3"/>
          <a:stretch>
            <a:fillRect/>
          </a:stretch>
        </p:blipFill>
        <p:spPr>
          <a:xfrm>
            <a:off x="274320" y="1518640"/>
            <a:ext cx="8595360" cy="2709723"/>
          </a:xfrm>
          <a:prstGeom prst="rect">
            <a:avLst/>
          </a:prstGeom>
        </p:spPr>
      </p:pic>
      <p:sp>
        <p:nvSpPr>
          <p:cNvPr id="6" name="TextBox 5"/>
          <p:cNvSpPr txBox="1"/>
          <p:nvPr/>
        </p:nvSpPr>
        <p:spPr>
          <a:xfrm>
            <a:off x="457200" y="4759452"/>
            <a:ext cx="8229600" cy="292608"/>
          </a:xfrm>
          <a:prstGeom prst="rect">
            <a:avLst/>
          </a:prstGeom>
          <a:noFill/>
        </p:spPr>
        <p:txBody>
          <a:bodyPr wrap="square">
            <a:spAutoFit/>
          </a:bodyPr>
          <a:lstStyle/>
          <a:p>
            <a:pPr>
              <a:defRPr sz="900">
                <a:solidFill>
                  <a:srgbClr val="FFFFFF"/>
                </a:solidFill>
              </a:defRPr>
            </a:pPr>
            <a:r>
              <a:t>Source: original figure</a:t>
            </a:r>
          </a:p>
        </p:txBody>
      </p:sp>
    </p:spTree>
  </p:cSld>
  <p:clrMapOvr>
    <a:masterClrMapping/>
  </p:clrMapOvr>
</p:sld>
</file>

<file path=ppt/theme/theme1.xml><?xml version="1.0" encoding="utf-8"?>
<a:theme xmlns:a="http://schemas.openxmlformats.org/drawingml/2006/main" xmlns:r="http://schemas.openxmlformats.org/officeDocument/2006/relationships" name="Custom Theme">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
      <a:dk1>
        <a:srgbClr val="434343"/>
      </a:dk1>
      <a:lt1>
        <a:srgbClr val="FFFFFF"/>
      </a:lt1>
      <a:dk2>
        <a:srgbClr val="818387"/>
      </a:dk2>
      <a:lt2>
        <a:srgbClr val="F6F7FA"/>
      </a:lt2>
      <a:accent1>
        <a:srgbClr val="723130"/>
      </a:accent1>
      <a:accent2>
        <a:srgbClr val="818387"/>
      </a:accent2>
      <a:accent3>
        <a:srgbClr val="FFB600"/>
      </a:accent3>
      <a:accent4>
        <a:srgbClr val="738D33"/>
      </a:accent4>
      <a:accent5>
        <a:srgbClr val="625578"/>
      </a:accent5>
      <a:accent6>
        <a:srgbClr val="498DA0"/>
      </a:accent6>
      <a:hlink>
        <a:srgbClr val="B1B4B5"/>
      </a:hlink>
      <a:folHlink>
        <a:srgbClr val="B0B1B3"/>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