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breath. You have met every idea on this exam at least twice, and your note sheet is on the desk.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Parts A (prompt experiments) and B (RAG) both due at the start of class, before the exam begins. Both parts come in now, before the exam begins.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100 points, about 70 minutes, one handwritten note sheet. Budget roughly 40 seconds per point and bank time on the cheap parts.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exception to the silence: raise your hand and I will come to you.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Injection CTF is optional and ungraded; its attack and defend ideas return in Week 12's Break-the-Agent.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Lewis 2020 and SLP3 chapter 11 before Wednesday. Quiz 11 runs right before the break and then the RAG lab takes the rest of the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Midterm Exam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11, Class 1</a:t>
            </a:r>
          </a:p>
        </p:txBody>
      </p:sp>
      <p:pic>
        <p:nvPicPr>
          <p:cNvPr id="5" name="Picture 4" descr="Midterm Ex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Tony Webster,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due today</a:t>
            </a:r>
          </a:p>
        </p:txBody>
      </p:sp>
      <p:pic>
        <p:nvPicPr>
          <p:cNvPr id="5" name="Picture 4" descr="HW5 due 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9252"/>
            <a:ext cx="8595360" cy="33284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Today: the midterm</a:t>
            </a:r>
          </a:p>
        </p:txBody>
      </p:sp>
      <p:pic>
        <p:nvPicPr>
          <p:cNvPr id="5" name="Picture 4" descr="Today: the midte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6" y="1078992"/>
            <a:ext cx="78864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Ground rules</a:t>
            </a:r>
          </a:p>
        </p:txBody>
      </p:sp>
      <p:pic>
        <p:nvPicPr>
          <p:cNvPr id="5" name="Picture 4" descr="Ground ru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15" y="1078992"/>
            <a:ext cx="76239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you finish</a:t>
            </a:r>
          </a:p>
        </p:txBody>
      </p:sp>
      <p:pic>
        <p:nvPicPr>
          <p:cNvPr id="5" name="Picture 4" descr="When you fini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78" y="1078992"/>
            <a:ext cx="77600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weeks/week-11/class-01/exercise/ctf.py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Next class: RAG, we give the model an open book.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Required reading: Lewis et al. 2020 (RAG, arXiv:2005.11401) plus J&amp;M SLP3 Ch. 11. Quiz 11 runs right before the break, then the RAG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arXiv:2005.11401; web.stanford.edu/~jurafsky/slp3/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