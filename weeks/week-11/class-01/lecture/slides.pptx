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12's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11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1  ·  Wed Nov 4, 2026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9252"/>
            <a:ext cx="8595360" cy="3328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Today: the midterm</a:t>
            </a:r>
          </a:p>
        </p:txBody>
      </p:sp>
      <p:pic>
        <p:nvPicPr>
          <p:cNvPr id="5" name="Picture 4" descr="Today: the midte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weeks/week-11/class-01/exercise/ctf.py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