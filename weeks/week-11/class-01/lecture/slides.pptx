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Midterm Exam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11, Class 1</a:t>
            </a:r>
          </a:p>
        </p:txBody>
      </p:sp>
      <p:pic>
        <p:nvPicPr>
          <p:cNvPr id="5" name="Picture 4" descr="Take a breath. You have met every idea on this exam at least twice, and your note sheet is on the des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Tony Webster,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HW5 due today</a:t>
            </a:r>
          </a:p>
        </p:txBody>
      </p:sp>
      <p:pic>
        <p:nvPicPr>
          <p:cNvPr id="5" name="Picture 4" descr="Parts A (prompt experiments) and B (RAG) both due at the start of class, before the exam begi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2092"/>
            <a:ext cx="8595360" cy="34028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Today: the midterm</a:t>
            </a:r>
          </a:p>
        </p:txBody>
      </p:sp>
      <p:pic>
        <p:nvPicPr>
          <p:cNvPr id="5" name="Picture 4" descr="100 points, about 70 minutes, one handwritten note sheet. Budget roughly 40 seconds per point and bank time on the cheap par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3567"/>
            <a:ext cx="8595360" cy="33798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Ground rules</a:t>
            </a:r>
          </a:p>
        </p:txBody>
      </p:sp>
      <p:pic>
        <p:nvPicPr>
          <p:cNvPr id="5" name="Picture 4" descr="One exception to the silence: raise your hand and I will come to yo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822" y="1078992"/>
            <a:ext cx="799235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When you finish</a:t>
            </a:r>
          </a:p>
        </p:txBody>
      </p:sp>
      <p:pic>
        <p:nvPicPr>
          <p:cNvPr id="5" name="Picture 4" descr="The Injection CTF is optional and ungraded; its attack and defend ideas return in Week 12's Break-the-Ag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79721"/>
            <a:ext cx="8595360" cy="25875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weeks/week-11/class-01/exercise/ctf.py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Next class: RAG, we give the model an open book.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Required reading: Lewis et al. 2020 (RAG, arXiv:2005.11401) plus J&amp;M SLP3 Ch. 11. Quiz 11 runs right before the break, then the RAG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arXiv:2005.11401; web.stanford.edu/~jurafsky/slp3/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