
<file path=[Content_Types].xml><?xml version="1.0" encoding="utf-8"?>
<Types xmlns="http://schemas.openxmlformats.org/package/2006/content-types">
  <Default Extension="fntdata" ContentType="application/x-fontdata"/>
  <Default Extension="jpg" ContentType="image/jpeg"/>
  <Default Extension="png" ContentType="image/png"/>
  <Default Extension="rels" ContentType="application/vnd.openxmlformats-package.relationships+xml"/>
  <Default Extension="xml" ContentType="application/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heme/theme1.xml" ContentType="application/vnd.openxmlformats-officedocument.theme+xml"/>
  <Override PartName="/ppt/theme/theme2.xml" ContentType="application/vnd.openxmlformats-officedocument.theme+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embedTrueTypeFonts="1" strictFirstAndLastChars="0" saveSubsetFonts="1">
  <p:sldMasterIdLst>
    <p:sldMasterId id="2147483668" r:id="rId3"/>
  </p:sldMasterIdLst>
  <p:notesMasterIdLst>
    <p:notesMasterId r:id="rId4"/>
  </p:notesMasterIdLst>
  <p:sldIdLst>
    <p:sldId id="256" r:id="rId21"/>
    <p:sldId id="257" r:id="rId22"/>
    <p:sldId id="258" r:id="rId20"/>
    <p:sldId id="259" r:id="rId19"/>
    <p:sldId id="260" r:id="rId18"/>
    <p:sldId id="261" r:id="rId17"/>
    <p:sldId id="262" r:id="rId16"/>
    <p:sldId id="263" r:id="rId15"/>
    <p:sldId id="264" r:id="rId14"/>
    <p:sldId id="265" r:id="rId13"/>
    <p:sldId id="266" r:id="rId12"/>
    <p:sldId id="267" r:id="rId11"/>
    <p:sldId id="268" r:id="rId10"/>
    <p:sldId id="269" r:id="rId9"/>
    <p:sldId id="270" r:id="rId8"/>
    <p:sldId id="271" r:id="rId7"/>
    <p:sldId id="272" r:id="rId6"/>
    <p:sldId id="273" r:id="rId5"/>
    <p:sldId id="274" r:id="rId39"/>
    <p:sldId id="275" r:id="rId40"/>
    <p:sldId id="276" r:id="rId41"/>
    <p:sldId id="277" r:id="rId42"/>
    <p:sldId id="278" r:id="rId43"/>
    <p:sldId id="279" r:id="rId44"/>
    <p:sldId id="280" r:id="rId45"/>
    <p:sldId id="281" r:id="rId46"/>
    <p:sldId id="282" r:id="rId47"/>
    <p:sldId id="283" r:id="rId48"/>
    <p:sldId id="284" r:id="rId49"/>
    <p:sldId id="285" r:id="rId50"/>
    <p:sldId id="286" r:id="rId51"/>
    <p:sldId id="287" r:id="rId52"/>
    <p:sldId id="288" r:id="rId53"/>
  </p:sldIdLst>
  <p:sldSz cy="5143500" cx="9144000"/>
  <p:notesSz cx="6858000" cy="9144000"/>
  <p:embeddedFontLst>
    <p:embeddedFont>
      <p:font typeface="Roboto"/>
      <p:regular r:id="rId23"/>
      <p:bold r:id="rId24"/>
      <p:italic r:id="rId25"/>
      <p:boldItalic r:id="rId26"/>
    </p:embeddedFont>
    <p:embeddedFont>
      <p:font typeface="Playfair Display"/>
      <p:regular r:id="rId27"/>
      <p:bold r:id="rId28"/>
      <p:italic r:id="rId29"/>
      <p:boldItalic r:id="rId30"/>
    </p:embeddedFont>
    <p:embeddedFont>
      <p:font typeface="Roboto Mono Light"/>
      <p:regular r:id="rId31"/>
      <p:bold r:id="rId32"/>
      <p:italic r:id="rId33"/>
      <p:boldItalic r:id="rId34"/>
    </p:embeddedFont>
    <p:embeddedFont>
      <p:font typeface="Roboto Light"/>
      <p:regular r:id="rId35"/>
      <p:bold r:id="rId36"/>
      <p:italic r:id="rId37"/>
      <p:boldItalic r:id="rId38"/>
    </p:embeddedFont>
  </p:embeddedFontLst>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_rels/presentation.xml.rels><?xml version='1.0' encoding='UTF-8' standalone='yes'?>
<Relationships xmlns="http://schemas.openxmlformats.org/package/2006/relationships"><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5" Type="http://schemas.openxmlformats.org/officeDocument/2006/relationships/slide" Target="slides/slide18.xml"/><Relationship Id="rId6" Type="http://schemas.openxmlformats.org/officeDocument/2006/relationships/slide" Target="slides/slide17.xml"/><Relationship Id="rId7" Type="http://schemas.openxmlformats.org/officeDocument/2006/relationships/slide" Target="slides/slide16.xml"/><Relationship Id="rId8" Type="http://schemas.openxmlformats.org/officeDocument/2006/relationships/slide" Target="slides/slide15.xml"/><Relationship Id="rId9" Type="http://schemas.openxmlformats.org/officeDocument/2006/relationships/slide" Target="slides/slide14.xml"/><Relationship Id="rId10" Type="http://schemas.openxmlformats.org/officeDocument/2006/relationships/slide" Target="slides/slide13.xml"/><Relationship Id="rId11" Type="http://schemas.openxmlformats.org/officeDocument/2006/relationships/slide" Target="slides/slide12.xml"/><Relationship Id="rId12" Type="http://schemas.openxmlformats.org/officeDocument/2006/relationships/slide" Target="slides/slide11.xml"/><Relationship Id="rId13" Type="http://schemas.openxmlformats.org/officeDocument/2006/relationships/slide" Target="slides/slide10.xml"/><Relationship Id="rId14" Type="http://schemas.openxmlformats.org/officeDocument/2006/relationships/slide" Target="slides/slide9.xml"/><Relationship Id="rId15" Type="http://schemas.openxmlformats.org/officeDocument/2006/relationships/slide" Target="slides/slide8.xml"/><Relationship Id="rId16" Type="http://schemas.openxmlformats.org/officeDocument/2006/relationships/slide" Target="slides/slide7.xml"/><Relationship Id="rId17" Type="http://schemas.openxmlformats.org/officeDocument/2006/relationships/slide" Target="slides/slide6.xml"/><Relationship Id="rId18" Type="http://schemas.openxmlformats.org/officeDocument/2006/relationships/slide" Target="slides/slide5.xml"/><Relationship Id="rId19" Type="http://schemas.openxmlformats.org/officeDocument/2006/relationships/slide" Target="slides/slide4.xml"/><Relationship Id="rId20" Type="http://schemas.openxmlformats.org/officeDocument/2006/relationships/slide" Target="slides/slide3.xml"/><Relationship Id="rId21" Type="http://schemas.openxmlformats.org/officeDocument/2006/relationships/slide" Target="slides/slide1.xml"/><Relationship Id="rId22" Type="http://schemas.openxmlformats.org/officeDocument/2006/relationships/slide" Target="slides/slide2.xml"/><Relationship Id="rId23" Type="http://schemas.openxmlformats.org/officeDocument/2006/relationships/font" Target="fonts/Roboto-regular.fntdata"/><Relationship Id="rId24" Type="http://schemas.openxmlformats.org/officeDocument/2006/relationships/font" Target="fonts/Roboto-bold.fntdata"/><Relationship Id="rId25" Type="http://schemas.openxmlformats.org/officeDocument/2006/relationships/font" Target="fonts/Roboto-italic.fntdata"/><Relationship Id="rId26" Type="http://schemas.openxmlformats.org/officeDocument/2006/relationships/font" Target="fonts/Roboto-boldItalic.fntdata"/><Relationship Id="rId27" Type="http://schemas.openxmlformats.org/officeDocument/2006/relationships/font" Target="fonts/PlayfairDisplay-regular.fntdata"/><Relationship Id="rId28" Type="http://schemas.openxmlformats.org/officeDocument/2006/relationships/font" Target="fonts/PlayfairDisplay-bold.fntdata"/><Relationship Id="rId29" Type="http://schemas.openxmlformats.org/officeDocument/2006/relationships/font" Target="fonts/PlayfairDisplay-italic.fntdata"/><Relationship Id="rId30" Type="http://schemas.openxmlformats.org/officeDocument/2006/relationships/font" Target="fonts/PlayfairDisplay-boldItalic.fntdata"/><Relationship Id="rId31" Type="http://schemas.openxmlformats.org/officeDocument/2006/relationships/font" Target="fonts/RobotoMonoLight-regular.fntdata"/><Relationship Id="rId32" Type="http://schemas.openxmlformats.org/officeDocument/2006/relationships/font" Target="fonts/RobotoMonoLight-bold.fntdata"/><Relationship Id="rId33" Type="http://schemas.openxmlformats.org/officeDocument/2006/relationships/font" Target="fonts/RobotoMonoLight-italic.fntdata"/><Relationship Id="rId34" Type="http://schemas.openxmlformats.org/officeDocument/2006/relationships/font" Target="fonts/RobotoMonoLight-boldItalic.fntdata"/><Relationship Id="rId35" Type="http://schemas.openxmlformats.org/officeDocument/2006/relationships/font" Target="fonts/RobotoLight-regular.fntdata"/><Relationship Id="rId36" Type="http://schemas.openxmlformats.org/officeDocument/2006/relationships/font" Target="fonts/RobotoLight-bold.fntdata"/><Relationship Id="rId37" Type="http://schemas.openxmlformats.org/officeDocument/2006/relationships/font" Target="fonts/RobotoLight-italic.fntdata"/><Relationship Id="rId38" Type="http://schemas.openxmlformats.org/officeDocument/2006/relationships/font" Target="fonts/RobotoLight-boldItalic.fntdata"/><Relationship Id="rId39" Type="http://schemas.openxmlformats.org/officeDocument/2006/relationships/slide" Target="slides/slide19.xml"/><Relationship Id="rId40" Type="http://schemas.openxmlformats.org/officeDocument/2006/relationships/slide" Target="slides/slide20.xml"/><Relationship Id="rId41" Type="http://schemas.openxmlformats.org/officeDocument/2006/relationships/slide" Target="slides/slide21.xml"/><Relationship Id="rId42" Type="http://schemas.openxmlformats.org/officeDocument/2006/relationships/slide" Target="slides/slide22.xml"/><Relationship Id="rId43" Type="http://schemas.openxmlformats.org/officeDocument/2006/relationships/slide" Target="slides/slide23.xml"/><Relationship Id="rId44" Type="http://schemas.openxmlformats.org/officeDocument/2006/relationships/slide" Target="slides/slide24.xml"/><Relationship Id="rId45" Type="http://schemas.openxmlformats.org/officeDocument/2006/relationships/slide" Target="slides/slide25.xml"/><Relationship Id="rId46" Type="http://schemas.openxmlformats.org/officeDocument/2006/relationships/slide" Target="slides/slide26.xml"/><Relationship Id="rId47" Type="http://schemas.openxmlformats.org/officeDocument/2006/relationships/slide" Target="slides/slide27.xml"/><Relationship Id="rId48" Type="http://schemas.openxmlformats.org/officeDocument/2006/relationships/slide" Target="slides/slide28.xml"/><Relationship Id="rId49" Type="http://schemas.openxmlformats.org/officeDocument/2006/relationships/slide" Target="slides/slide29.xml"/><Relationship Id="rId50" Type="http://schemas.openxmlformats.org/officeDocument/2006/relationships/slide" Target="slides/slide30.xml"/><Relationship Id="rId51" Type="http://schemas.openxmlformats.org/officeDocument/2006/relationships/slide" Target="slides/slide31.xml"/><Relationship Id="rId52" Type="http://schemas.openxmlformats.org/officeDocument/2006/relationships/slide" Target="slides/slide32.xml"/><Relationship Id="rId53" Type="http://schemas.openxmlformats.org/officeDocument/2006/relationships/slide" Target="slides/slide3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2" name="Shape 2"/>
        <p:cNvGrpSpPr/>
        <p:nvPr/>
      </p:nvGrpSpPr>
      <p:grpSpPr>
        <a:xfrm>
          <a:off x="0" y="0"/>
          <a:ext cx="0" cy="0"/>
          <a:chOff x="0" y="0"/>
          <a:chExt cx="0" cy="0"/>
        </a:xfrm>
      </p:grpSpPr>
      <p:sp>
        <p:nvSpPr>
          <p:cNvPr id="3" name="Google Shape;3;n"/>
          <p:cNvSpPr/>
          <p:nvPr>
            <p:ph idx="2" type="sldImg"/>
          </p:nvPr>
        </p:nvSpPr>
        <p:spPr>
          <a:xfrm>
            <a:off x="1143523" y="685800"/>
            <a:ext cx="45717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399" cy="4114800"/>
          </a:xfrm>
          <a:prstGeom prst="rect">
            <a:avLst/>
          </a:prstGeom>
          <a:noFill/>
          <a:ln>
            <a:noFill/>
          </a:ln>
        </p:spPr>
        <p:txBody>
          <a:bodyPr anchorCtr="0" anchor="t" bIns="91425" lIns="91425" spcFirstLastPara="1" rIns="91425" wrap="square" tIns="91425">
            <a:noAutofit/>
          </a:bodyPr>
          <a:lstStyle>
            <a:lvl1pPr indent="-228600" lvl="0" marL="457200" marR="0" rtl="0" algn="l">
              <a:spcBef>
                <a:spcPts val="0"/>
              </a:spcBef>
              <a:spcAft>
                <a:spcPts val="0"/>
              </a:spcAft>
              <a:buSzPts val="1400"/>
              <a:buNone/>
              <a:defRPr b="0" i="0" sz="1100" u="none" cap="none" strike="noStrike">
                <a:solidFill>
                  <a:schemeClr val="dk1"/>
                </a:solidFill>
                <a:latin typeface="Arial"/>
                <a:ea typeface="Arial"/>
                <a:cs typeface="Arial"/>
                <a:sym typeface="Arial"/>
              </a:defRPr>
            </a:lvl1pPr>
            <a:lvl2pPr indent="-228600" lvl="1" marL="914400" marR="0" rtl="0" algn="l">
              <a:spcBef>
                <a:spcPts val="0"/>
              </a:spcBef>
              <a:spcAft>
                <a:spcPts val="0"/>
              </a:spcAft>
              <a:buSzPts val="1400"/>
              <a:buNone/>
              <a:defRPr b="0" i="0" sz="1100" u="none" cap="none" strike="noStrike">
                <a:solidFill>
                  <a:schemeClr val="dk1"/>
                </a:solidFill>
                <a:latin typeface="Arial"/>
                <a:ea typeface="Arial"/>
                <a:cs typeface="Arial"/>
                <a:sym typeface="Arial"/>
              </a:defRPr>
            </a:lvl2pPr>
            <a:lvl3pPr indent="-228600" lvl="2" marL="1371600" marR="0" rtl="0" algn="l">
              <a:spcBef>
                <a:spcPts val="0"/>
              </a:spcBef>
              <a:spcAft>
                <a:spcPts val="0"/>
              </a:spcAft>
              <a:buSzPts val="1400"/>
              <a:buNone/>
              <a:defRPr b="0" i="0" sz="1100" u="none" cap="none" strike="noStrike">
                <a:solidFill>
                  <a:schemeClr val="dk1"/>
                </a:solidFill>
                <a:latin typeface="Arial"/>
                <a:ea typeface="Arial"/>
                <a:cs typeface="Arial"/>
                <a:sym typeface="Arial"/>
              </a:defRPr>
            </a:lvl3pPr>
            <a:lvl4pPr indent="-228600" lvl="3" marL="1828800" marR="0" rtl="0" algn="l">
              <a:spcBef>
                <a:spcPts val="0"/>
              </a:spcBef>
              <a:spcAft>
                <a:spcPts val="0"/>
              </a:spcAft>
              <a:buSzPts val="1400"/>
              <a:buNone/>
              <a:defRPr b="0" i="0" sz="1100" u="none" cap="none" strike="noStrike">
                <a:solidFill>
                  <a:schemeClr val="dk1"/>
                </a:solidFill>
                <a:latin typeface="Arial"/>
                <a:ea typeface="Arial"/>
                <a:cs typeface="Arial"/>
                <a:sym typeface="Arial"/>
              </a:defRPr>
            </a:lvl4pPr>
            <a:lvl5pPr indent="-228600" lvl="4" marL="2286000" marR="0" rtl="0" algn="l">
              <a:spcBef>
                <a:spcPts val="0"/>
              </a:spcBef>
              <a:spcAft>
                <a:spcPts val="0"/>
              </a:spcAft>
              <a:buSzPts val="1400"/>
              <a:buNone/>
              <a:defRPr b="0" i="0" sz="1100" u="none" cap="none" strike="noStrike">
                <a:solidFill>
                  <a:schemeClr val="dk1"/>
                </a:solidFill>
                <a:latin typeface="Arial"/>
                <a:ea typeface="Arial"/>
                <a:cs typeface="Arial"/>
                <a:sym typeface="Arial"/>
              </a:defRPr>
            </a:lvl5pPr>
            <a:lvl6pPr indent="-228600" lvl="5" marL="2743200" marR="0" rtl="0" algn="l">
              <a:spcBef>
                <a:spcPts val="0"/>
              </a:spcBef>
              <a:spcAft>
                <a:spcPts val="0"/>
              </a:spcAft>
              <a:buSzPts val="1400"/>
              <a:buNone/>
              <a:defRPr b="0" i="0" sz="1100" u="none" cap="none" strike="noStrike">
                <a:solidFill>
                  <a:schemeClr val="dk1"/>
                </a:solidFill>
                <a:latin typeface="Arial"/>
                <a:ea typeface="Arial"/>
                <a:cs typeface="Arial"/>
                <a:sym typeface="Arial"/>
              </a:defRPr>
            </a:lvl6pPr>
            <a:lvl7pPr indent="-228600" lvl="6" marL="3200400" marR="0" rtl="0" algn="l">
              <a:spcBef>
                <a:spcPts val="0"/>
              </a:spcBef>
              <a:spcAft>
                <a:spcPts val="0"/>
              </a:spcAft>
              <a:buSzPts val="1400"/>
              <a:buNone/>
              <a:defRPr b="0" i="0" sz="1100" u="none" cap="none" strike="noStrike">
                <a:solidFill>
                  <a:schemeClr val="dk1"/>
                </a:solidFill>
                <a:latin typeface="Arial"/>
                <a:ea typeface="Arial"/>
                <a:cs typeface="Arial"/>
                <a:sym typeface="Arial"/>
              </a:defRPr>
            </a:lvl7pPr>
            <a:lvl8pPr indent="-228600" lvl="7" marL="3657600" marR="0" rtl="0" algn="l">
              <a:spcBef>
                <a:spcPts val="0"/>
              </a:spcBef>
              <a:spcAft>
                <a:spcPts val="0"/>
              </a:spcAft>
              <a:buSzPts val="1400"/>
              <a:buNone/>
              <a:defRPr b="0" i="0" sz="1100" u="none" cap="none" strike="noStrike">
                <a:solidFill>
                  <a:schemeClr val="dk1"/>
                </a:solidFill>
                <a:latin typeface="Arial"/>
                <a:ea typeface="Arial"/>
                <a:cs typeface="Arial"/>
                <a:sym typeface="Arial"/>
              </a:defRPr>
            </a:lvl8pPr>
            <a:lvl9pPr indent="-228600" lvl="8" marL="4114800" marR="0" rtl="0" algn="l">
              <a:spcBef>
                <a:spcPts val="0"/>
              </a:spcBef>
              <a:spcAft>
                <a:spcPts val="0"/>
              </a:spcAft>
              <a:buSzPts val="1400"/>
              <a:buNone/>
              <a:defRPr b="0" i="0" sz="1100" u="none" cap="none" strike="noStrike">
                <a:solidFill>
                  <a:schemeClr val="dk1"/>
                </a:solidFill>
                <a:latin typeface="Arial"/>
                <a:ea typeface="Arial"/>
                <a:cs typeface="Arial"/>
                <a:sym typeface="Arial"/>
              </a:defRPr>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Why is junk email called "spam"? By the end of class you can build the classifier that catches it.</a:t>
            </a:r>
          </a:p>
        </p:txBody>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Task, features, two classifiers, evaluation, then Quiz 2 and the Sentiment Showdown.</a:t>
            </a:r>
          </a:p>
        </p:txBody>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Spam filters, support routing, and review tagging all map a document to a label.</a:t>
            </a:r>
          </a:p>
        </p:txBody>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Map a document to one label from a fixed set: sentiment, spam, topic, intent. Supervised: learn from labeled examples, predict on new text Every one of these is the same shape: a document in, one label out.</a:t>
            </a:r>
          </a:p>
        </p:txBody>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A document becomes counts of its words; order is thrown away. Cheap and strong, but blind to word order. "good not bad" and "bad not good" map to the same bag. Sequence models in Week 4 and Transformers in Week 5 fix this.</a:t>
            </a:r>
          </a:p>
        </p:txBody>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"It was not bad at all." Decide for yourself, then watch a machine try.</a:t>
            </a:r>
          </a:p>
        </p:txBody>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Bayes' rule flips an impossible count into countable pieces. We cannot count P(spam | "win a free cruise") directly. Bayes' rule flips it into two things we can count: how common spam is, and how spam-like those words are.</a:t>
            </a:r>
          </a:p>
        </p:txBody>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Exact sentences never repeat. Treat words as independent and multiply. Naive means pretending each word appears independently given the class, ignoring position and neighbours. That is false for language, and the classifier still works remarkably well.</a:t>
            </a:r>
          </a:p>
        </p:txBody>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A generative classifier picks the class that best explains the words (Bayes' rule). Naive here means we assume the words are conditionally independent given the class.</a:t>
            </a:r>
          </a:p>
        </p:txBody>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Just count, with add-one smoothing, the same trick as our language model. No gradient descent needed; training is a single counting pass Work in log space to avoid underflow. Training is one counting pass, which makes this a fast and strong baseline.</a:t>
            </a:r>
          </a:p>
        </p:txBody>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Words aren't really independent ("San" then "Francisco"), yet NB still works well. The assumption is wrong, but Naive Bayes only needs the right class to score highest, not perfectly calibrated probabilities.</a:t>
            </a:r>
          </a:p>
        </p:txBody>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Linear regression fits a straight line through noisy data: pick m and b so the line sits as close to the points as possible. The output is any real number, which is fine when you are predicting a price or a temperature. For classification we need a probability, so it has to land between 0 and 1. Logistic regression does exactly the same fitting, then squashes the answer into that range with the sigmoid. Same w and b, same gradient descent, different output range.</a:t>
            </a:r>
          </a:p>
        </p:txBody>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A discriminative classifier models P(c | document) directly with the sigmoid. x is the feature vector, w the learned weights; a positive weight pushes toward class 1. Trained by gradient descent on the cross-entropy loss.</a:t>
            </a:r>
          </a:p>
        </p:txBody>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The whole review becomes one vector. That is all the model sees.</a:t>
            </a:r>
          </a:p>
        </p:txBody>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Each weight votes for a class. The bias is the score before any evidence. Each weight says how strongly its feature votes and for which class. The bias is the starting score before any evidence.</a:t>
            </a:r>
          </a:p>
        </p:txBody>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Start from what you actually want: the model should give the TRUE label a high probability. Across the whole dataset that means multiplying those probabilities together, which is the likelihood. Multiplying thousands of small numbers underflows, so take logs and it becomes a sum. Finally negate it, because optimisers minimise. That is cross-entropy: it is not an arbitrary formula, it is the likelihood written so a computer can descend it.</a:t>
            </a:r>
          </a:p>
        </p:txBody>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For a single example the loss is minus the log of the probability you gave the true label. Read the curve: give the truth 0.9 and you pay almost nothing. Give it 0.1 and you pay 2.3. Give it 0.001 and you pay 6.9. Being confidently wrong is punished enormously, and being confidently right is nearly free. That asymmetry is what pushes the weights.</a:t>
            </a:r>
          </a:p>
        </p:txBody>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With two classes we write it as one line, and the y and one-minus-y are just a switch. When the true label is 1 the second term vanishes and the loss is minus log y-hat. When the true label is 0 the first term vanishes and the loss is minus log of one minus y-hat. It is the same single-example loss from the previous slide, written so it covers both cases at once.</a:t>
            </a:r>
          </a:p>
        </p:txBody>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The slope says which way is uphill. Step the other way. Repeat. The gradient is the slope, for every weight at once</a:t>
            </a:r>
          </a:p>
        </p:txBody>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The learning rate is yours to choose, not something the model learns. Same valley, three step sizes. The learning rate scales every gradient step, and it is a hyperparameter you choose.</a:t>
            </a:r>
          </a:p>
        </p:txBody>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Both are linear over bag-of-words; they differ in what they model and how they train. Naive Bayes is generative and wins on small data. Logistic regression is discriminative, handles correlated features, and needs more data.</a:t>
            </a:r>
          </a:p>
        </p:txBody>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Let them sit with it. Do not answer yet. Take two or three guesses from the room. The claim is not false, it is just uninformative, and almost nobody spots why on the first read. Prompt if needed: what would happen if the classifier never said "cancer" at all?</a:t>
            </a:r>
          </a:p>
        </p:txBody>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Accuracy alone misleads on imbalanced data; look at which kind of error happens. 990 of 1,000 correct looks great on a report, and it is a total failure on the one class we care about.</a:t>
            </a:r>
          </a:p>
        </p:txBody>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Four outcomes for a target class: TP, FN, FP, TN. TP and TN are correct, FP is a false alarm, FN is a miss.</a:t>
            </a:r>
          </a:p>
        </p:txBody>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Precision avoids false alarms; recall avoids misses; F1 is their harmonic mean. There is a real trade-off: pushing recall up usually drags precision down, and the other way round.</a:t>
            </a:r>
          </a:p>
        </p:txBody>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Match the metric to the cost of errors, and always use a held-out test set. Match the metric to what the mistake costs you.</a:t>
            </a:r>
          </a:p>
        </p:txBody>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Bag-of-words → Naive Bayes &amp; logistic regression → precision/recall/F1. Bag of words, two classifiers, and the metrics that tell them apart. Next week, words become vectors with meaning.</a:t>
            </a:r>
          </a:p>
        </p:txBody>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Covers the Week 2 lecture plus the reading. Clear your desk. Finish early and your break starts early; need more time and it comes out of the break.</a:t>
            </a:r>
          </a:p>
        </p:txBody>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Three functions, then run it, then break it. The 1.00 they get is not evidence of anything, and the last third of the period is spent finding out what it hides.</a:t>
            </a:r>
          </a:p>
        </p:txBody>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log_prior and log_likelihood are one line each. score is the one that matters: prior plus the log likelihood of every token the model has seen, skipping the rest, adding logs rather than multiplying probabilities. Everything else in the file is written for them.</a:t>
            </a:r>
          </a:p>
        </p:txBody>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Four experiments, all one-line edits. Dropping the smoothing crashes on a zero probability. Mislabelling one review moves recall but not precision, and asking why is the point. The negation review shows what a bag of words cannot represent. And the fix, teaching it 'not' with new data, costs it the word 'funny', which is the lesson: fixing one failure with data can break another.</a:t>
            </a:r>
          </a:p>
        </p:txBody>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All five test reviews classified correctly; precision, recall, and F1 all 1.00. Then break it: add a tricky review and watch the metrics move</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3.jp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jp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jpg"/><Relationship Id="rId3" Type="http://schemas.openxmlformats.org/officeDocument/2006/relationships/image" Target="../media/image8.pn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jpg"/></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5.jpg"/></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5.jpg"/><Relationship Id="rId3" Type="http://schemas.openxmlformats.org/officeDocument/2006/relationships/image" Target="../media/image26.jpg"/><Relationship Id="rId4" Type="http://schemas.openxmlformats.org/officeDocument/2006/relationships/image" Target="../media/image27.jpg"/></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8.jp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9.jp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4.jpg"/></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Cover Page" type="blank">
  <p:cSld name="BLANK">
    <p:spTree>
      <p:nvGrpSpPr>
        <p:cNvPr id="9" name="Shape 9"/>
        <p:cNvGrpSpPr/>
        <p:nvPr/>
      </p:nvGrpSpPr>
      <p:grpSpPr>
        <a:xfrm>
          <a:off x="0" y="0"/>
          <a:ext cx="0" cy="0"/>
          <a:chOff x="0" y="0"/>
          <a:chExt cx="0" cy="0"/>
        </a:xfrm>
      </p:grpSpPr>
      <p:sp>
        <p:nvSpPr>
          <p:cNvPr id="10" name="Google Shape;10;p2"/>
          <p:cNvSpPr/>
          <p:nvPr/>
        </p:nvSpPr>
        <p:spPr>
          <a:xfrm>
            <a:off x="0" y="3390300"/>
            <a:ext cx="9144000" cy="1753200"/>
          </a:xfrm>
          <a:prstGeom prst="rect">
            <a:avLst/>
          </a:prstGeom>
          <a:solidFill>
            <a:srgbClr val="FFFFFF"/>
          </a:solidFill>
          <a:ln>
            <a:noFill/>
          </a:ln>
        </p:spPr>
        <p:txBody>
          <a:bodyPr anchorCtr="0" anchor="ctr" bIns="34275" lIns="34275" spcFirstLastPara="1" rIns="34275" wrap="square" tIns="34275">
            <a:noAutofit/>
          </a:bodyPr>
          <a:lstStyle/>
          <a:p>
            <a:pPr indent="0" lvl="0" marL="0" rtl="0" algn="l">
              <a:spcBef>
                <a:spcPts val="0"/>
              </a:spcBef>
              <a:spcAft>
                <a:spcPts val="0"/>
              </a:spcAft>
              <a:buNone/>
            </a:pPr>
            <a:r>
              <a:t/>
            </a:r>
            <a:endParaRPr/>
          </a:p>
        </p:txBody>
      </p:sp>
      <p:pic>
        <p:nvPicPr>
          <p:cNvPr id="11" name="Google Shape;11;p2"/>
          <p:cNvPicPr preferRelativeResize="0"/>
          <p:nvPr/>
        </p:nvPicPr>
        <p:blipFill rotWithShape="1">
          <a:blip r:embed="rId2">
            <a:alphaModFix/>
          </a:blip>
          <a:srcRect b="13732" l="600" r="-600" t="43847"/>
          <a:stretch/>
        </p:blipFill>
        <p:spPr>
          <a:xfrm>
            <a:off x="0" y="-70472"/>
            <a:ext cx="9198797" cy="3460774"/>
          </a:xfrm>
          <a:prstGeom prst="rect">
            <a:avLst/>
          </a:prstGeom>
          <a:noFill/>
          <a:ln>
            <a:noFill/>
          </a:ln>
        </p:spPr>
      </p:pic>
      <p:sp>
        <p:nvSpPr>
          <p:cNvPr id="12" name="Google Shape;12;p2"/>
          <p:cNvSpPr txBox="1"/>
          <p:nvPr>
            <p:ph type="title"/>
          </p:nvPr>
        </p:nvSpPr>
        <p:spPr>
          <a:xfrm>
            <a:off x="493923" y="976378"/>
            <a:ext cx="8005800" cy="18243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rgbClr val="FFFFFF"/>
              </a:buClr>
              <a:buSzPts val="3600"/>
              <a:buFont typeface="Playfair Display"/>
              <a:buNone/>
              <a:defRPr i="0" sz="3600" u="none" cap="none" strike="noStrike">
                <a:solidFill>
                  <a:srgbClr val="FFFFFF"/>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13" name="Google Shape;13;p2"/>
          <p:cNvSpPr txBox="1"/>
          <p:nvPr>
            <p:ph idx="1" type="subTitle"/>
          </p:nvPr>
        </p:nvSpPr>
        <p:spPr>
          <a:xfrm>
            <a:off x="493926" y="3549825"/>
            <a:ext cx="7661100" cy="970800"/>
          </a:xfrm>
          <a:prstGeom prst="rect">
            <a:avLst/>
          </a:prstGeom>
        </p:spPr>
        <p:txBody>
          <a:bodyPr anchorCtr="0" anchor="t" bIns="34275" lIns="34275" spcFirstLastPara="1" rIns="34275" wrap="square" tIns="34275">
            <a:noAutofit/>
          </a:bodyPr>
          <a:lstStyle>
            <a:lvl1pPr lvl="0">
              <a:spcBef>
                <a:spcPts val="700"/>
              </a:spcBef>
              <a:spcAft>
                <a:spcPts val="0"/>
              </a:spcAft>
              <a:buNone/>
              <a:defRPr>
                <a:solidFill>
                  <a:schemeClr val="dk1"/>
                </a:solidFill>
              </a:defRPr>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14" name="Google Shape;14;p2"/>
          <p:cNvSpPr txBox="1"/>
          <p:nvPr>
            <p:ph idx="2" type="subTitle"/>
          </p:nvPr>
        </p:nvSpPr>
        <p:spPr>
          <a:xfrm>
            <a:off x="493923" y="4079316"/>
            <a:ext cx="7327800" cy="2987100"/>
          </a:xfrm>
          <a:prstGeom prst="rect">
            <a:avLst/>
          </a:prstGeom>
        </p:spPr>
        <p:txBody>
          <a:bodyPr anchorCtr="0" anchor="t" bIns="34275" lIns="34275" spcFirstLastPara="1" rIns="34275" wrap="square" tIns="34275">
            <a:noAutofit/>
          </a:bodyPr>
          <a:lstStyle>
            <a:lvl1pPr lvl="0">
              <a:spcBef>
                <a:spcPts val="700"/>
              </a:spcBef>
              <a:spcAft>
                <a:spcPts val="0"/>
              </a:spcAft>
              <a:buNone/>
              <a:defRPr sz="18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2_Title + 2 Columns">
  <p:cSld name="2_Portfolio Three">
    <p:spTree>
      <p:nvGrpSpPr>
        <p:cNvPr id="15" name="Shape 15"/>
        <p:cNvGrpSpPr/>
        <p:nvPr/>
      </p:nvGrpSpPr>
      <p:grpSpPr>
        <a:xfrm>
          <a:off x="0" y="0"/>
          <a:ext cx="0" cy="0"/>
          <a:chOff x="0" y="0"/>
          <a:chExt cx="0" cy="0"/>
        </a:xfrm>
      </p:grpSpPr>
      <p:sp>
        <p:nvSpPr>
          <p:cNvPr id="16" name="Google Shape;16;p3"/>
          <p:cNvSpPr txBox="1"/>
          <p:nvPr>
            <p:ph idx="1" type="body"/>
          </p:nvPr>
        </p:nvSpPr>
        <p:spPr>
          <a:xfrm>
            <a:off x="509577" y="1369219"/>
            <a:ext cx="36882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90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90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90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90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90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90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90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90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90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
        <p:nvSpPr>
          <p:cNvPr id="17" name="Google Shape;17;p3"/>
          <p:cNvSpPr txBox="1"/>
          <p:nvPr>
            <p:ph type="title"/>
          </p:nvPr>
        </p:nvSpPr>
        <p:spPr>
          <a:xfrm>
            <a:off x="509521" y="406950"/>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18" name="Google Shape;18;p3"/>
          <p:cNvSpPr txBox="1"/>
          <p:nvPr>
            <p:ph idx="2"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19" name="Google Shape;19;p3"/>
          <p:cNvSpPr txBox="1"/>
          <p:nvPr>
            <p:ph idx="3" type="body"/>
          </p:nvPr>
        </p:nvSpPr>
        <p:spPr>
          <a:xfrm>
            <a:off x="4827127" y="1369219"/>
            <a:ext cx="36882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90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90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90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90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90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90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90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90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90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2_Title + 3 Columns">
  <p:cSld name="1_Slide with Placeholder">
    <p:spTree>
      <p:nvGrpSpPr>
        <p:cNvPr id="20" name="Shape 20"/>
        <p:cNvGrpSpPr/>
        <p:nvPr/>
      </p:nvGrpSpPr>
      <p:grpSpPr>
        <a:xfrm>
          <a:off x="0" y="0"/>
          <a:ext cx="0" cy="0"/>
          <a:chOff x="0" y="0"/>
          <a:chExt cx="0" cy="0"/>
        </a:xfrm>
      </p:grpSpPr>
      <p:sp>
        <p:nvSpPr>
          <p:cNvPr id="21" name="Google Shape;21;p4"/>
          <p:cNvSpPr txBox="1"/>
          <p:nvPr>
            <p:ph type="title"/>
          </p:nvPr>
        </p:nvSpPr>
        <p:spPr>
          <a:xfrm>
            <a:off x="509521" y="406950"/>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22" name="Google Shape;22;p4"/>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23" name="Google Shape;23;p4"/>
          <p:cNvSpPr txBox="1"/>
          <p:nvPr>
            <p:ph idx="2" type="body"/>
          </p:nvPr>
        </p:nvSpPr>
        <p:spPr>
          <a:xfrm>
            <a:off x="552175" y="1369225"/>
            <a:ext cx="25023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90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90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90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90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90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90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90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90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90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
        <p:nvSpPr>
          <p:cNvPr id="24" name="Google Shape;24;p4"/>
          <p:cNvSpPr txBox="1"/>
          <p:nvPr>
            <p:ph idx="3" type="body"/>
          </p:nvPr>
        </p:nvSpPr>
        <p:spPr>
          <a:xfrm>
            <a:off x="3337475" y="1369225"/>
            <a:ext cx="25023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90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90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90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90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90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90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90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90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90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
        <p:nvSpPr>
          <p:cNvPr id="25" name="Google Shape;25;p4"/>
          <p:cNvSpPr txBox="1"/>
          <p:nvPr>
            <p:ph idx="4" type="body"/>
          </p:nvPr>
        </p:nvSpPr>
        <p:spPr>
          <a:xfrm>
            <a:off x="6160800" y="1369225"/>
            <a:ext cx="25023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90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90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90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90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90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90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90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90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90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6_Cover Slide">
  <p:cSld name="Cover Slide">
    <p:spTree>
      <p:nvGrpSpPr>
        <p:cNvPr id="26" name="Shape 26"/>
        <p:cNvGrpSpPr/>
        <p:nvPr/>
      </p:nvGrpSpPr>
      <p:grpSpPr>
        <a:xfrm>
          <a:off x="0" y="0"/>
          <a:ext cx="0" cy="0"/>
          <a:chOff x="0" y="0"/>
          <a:chExt cx="0" cy="0"/>
        </a:xfrm>
      </p:grpSpPr>
      <p:pic>
        <p:nvPicPr>
          <p:cNvPr id="27" name="Google Shape;27;p5"/>
          <p:cNvPicPr preferRelativeResize="0"/>
          <p:nvPr/>
        </p:nvPicPr>
        <p:blipFill rotWithShape="1">
          <a:blip r:embed="rId2">
            <a:alphaModFix/>
          </a:blip>
          <a:srcRect b="0" l="0" r="0" t="0"/>
          <a:stretch/>
        </p:blipFill>
        <p:spPr>
          <a:xfrm>
            <a:off x="595" y="0"/>
            <a:ext cx="9142810" cy="5142831"/>
          </a:xfrm>
          <a:prstGeom prst="rect">
            <a:avLst/>
          </a:prstGeom>
          <a:noFill/>
          <a:ln>
            <a:noFill/>
          </a:ln>
        </p:spPr>
      </p:pic>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6_Cover Slide with Logo">
  <p:cSld name="Cover Slide_2">
    <p:spTree>
      <p:nvGrpSpPr>
        <p:cNvPr id="28" name="Shape 28"/>
        <p:cNvGrpSpPr/>
        <p:nvPr/>
      </p:nvGrpSpPr>
      <p:grpSpPr>
        <a:xfrm>
          <a:off x="0" y="0"/>
          <a:ext cx="0" cy="0"/>
          <a:chOff x="0" y="0"/>
          <a:chExt cx="0" cy="0"/>
        </a:xfrm>
      </p:grpSpPr>
      <p:pic>
        <p:nvPicPr>
          <p:cNvPr id="29" name="Google Shape;29;p6"/>
          <p:cNvPicPr preferRelativeResize="0"/>
          <p:nvPr/>
        </p:nvPicPr>
        <p:blipFill rotWithShape="1">
          <a:blip r:embed="rId2">
            <a:alphaModFix/>
          </a:blip>
          <a:srcRect b="0" l="0" r="0" t="0"/>
          <a:stretch/>
        </p:blipFill>
        <p:spPr>
          <a:xfrm>
            <a:off x="595" y="0"/>
            <a:ext cx="9142810" cy="5142831"/>
          </a:xfrm>
          <a:prstGeom prst="rect">
            <a:avLst/>
          </a:prstGeom>
          <a:noFill/>
          <a:ln>
            <a:noFill/>
          </a:ln>
        </p:spPr>
      </p:pic>
      <p:pic>
        <p:nvPicPr>
          <p:cNvPr id="30" name="Google Shape;30;p6"/>
          <p:cNvPicPr preferRelativeResize="0"/>
          <p:nvPr/>
        </p:nvPicPr>
        <p:blipFill>
          <a:blip r:embed="rId3">
            <a:alphaModFix/>
          </a:blip>
          <a:stretch>
            <a:fillRect/>
          </a:stretch>
        </p:blipFill>
        <p:spPr>
          <a:xfrm>
            <a:off x="2103514" y="628706"/>
            <a:ext cx="4936973" cy="3885582"/>
          </a:xfrm>
          <a:prstGeom prst="rect">
            <a:avLst/>
          </a:prstGeom>
          <a:noFill/>
          <a:ln>
            <a:noFill/>
          </a:ln>
        </p:spPr>
      </p:pic>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6_Acknowledgments Slide">
  <p:cSld name="Cover Slide_1">
    <p:spTree>
      <p:nvGrpSpPr>
        <p:cNvPr id="31" name="Shape 31"/>
        <p:cNvGrpSpPr/>
        <p:nvPr/>
      </p:nvGrpSpPr>
      <p:grpSpPr>
        <a:xfrm>
          <a:off x="0" y="0"/>
          <a:ext cx="0" cy="0"/>
          <a:chOff x="0" y="0"/>
          <a:chExt cx="0" cy="0"/>
        </a:xfrm>
      </p:grpSpPr>
      <p:pic>
        <p:nvPicPr>
          <p:cNvPr id="32" name="Google Shape;32;p7"/>
          <p:cNvPicPr preferRelativeResize="0"/>
          <p:nvPr/>
        </p:nvPicPr>
        <p:blipFill rotWithShape="1">
          <a:blip r:embed="rId2">
            <a:alphaModFix/>
          </a:blip>
          <a:srcRect b="0" l="0" r="0" t="0"/>
          <a:stretch/>
        </p:blipFill>
        <p:spPr>
          <a:xfrm>
            <a:off x="595" y="0"/>
            <a:ext cx="9142810" cy="5142831"/>
          </a:xfrm>
          <a:prstGeom prst="rect">
            <a:avLst/>
          </a:prstGeom>
          <a:noFill/>
          <a:ln>
            <a:noFill/>
          </a:ln>
        </p:spPr>
      </p:pic>
      <p:sp>
        <p:nvSpPr>
          <p:cNvPr id="33" name="Google Shape;33;p7"/>
          <p:cNvSpPr txBox="1"/>
          <p:nvPr>
            <p:ph type="title"/>
          </p:nvPr>
        </p:nvSpPr>
        <p:spPr>
          <a:xfrm>
            <a:off x="509521" y="406950"/>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lt1"/>
              </a:buClr>
              <a:buSzPts val="5600"/>
              <a:buFont typeface="Playfair Display"/>
              <a:buNone/>
              <a:defRPr i="0" sz="5600" u="none" cap="none" strike="noStrike">
                <a:solidFill>
                  <a:schemeClr val="lt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34" name="Google Shape;34;p7"/>
          <p:cNvSpPr txBox="1"/>
          <p:nvPr>
            <p:ph idx="1" type="subTitle"/>
          </p:nvPr>
        </p:nvSpPr>
        <p:spPr>
          <a:xfrm>
            <a:off x="509521" y="1401113"/>
            <a:ext cx="5120100" cy="1558200"/>
          </a:xfrm>
          <a:prstGeom prst="rect">
            <a:avLst/>
          </a:prstGeom>
        </p:spPr>
        <p:txBody>
          <a:bodyPr anchorCtr="0" anchor="t" bIns="34275" lIns="34275" spcFirstLastPara="1" rIns="34275" wrap="square" tIns="34275">
            <a:noAutofit/>
          </a:bodyPr>
          <a:lstStyle>
            <a:lvl1pPr lvl="0">
              <a:spcBef>
                <a:spcPts val="700"/>
              </a:spcBef>
              <a:spcAft>
                <a:spcPts val="0"/>
              </a:spcAft>
              <a:buNone/>
              <a:defRPr sz="2700">
                <a:solidFill>
                  <a:schemeClr val="lt1"/>
                </a:solidFill>
                <a:latin typeface="Roboto Light"/>
                <a:ea typeface="Roboto Light"/>
                <a:cs typeface="Roboto Light"/>
                <a:sym typeface="Roboto Light"/>
              </a:defRPr>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3_Title only">
  <p:cSld name="Custom Layout">
    <p:spTree>
      <p:nvGrpSpPr>
        <p:cNvPr id="35" name="Shape 35"/>
        <p:cNvGrpSpPr/>
        <p:nvPr/>
      </p:nvGrpSpPr>
      <p:grpSpPr>
        <a:xfrm>
          <a:off x="0" y="0"/>
          <a:ext cx="0" cy="0"/>
          <a:chOff x="0" y="0"/>
          <a:chExt cx="0" cy="0"/>
        </a:xfrm>
      </p:grpSpPr>
      <p:sp>
        <p:nvSpPr>
          <p:cNvPr id="36" name="Google Shape;36;p8"/>
          <p:cNvSpPr txBox="1"/>
          <p:nvPr>
            <p:ph type="title"/>
          </p:nvPr>
        </p:nvSpPr>
        <p:spPr>
          <a:xfrm>
            <a:off x="509521" y="406950"/>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37" name="Google Shape;37;p8"/>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3_Big Concept Slide">
  <p:cSld name="Slide with Placeholder">
    <p:spTree>
      <p:nvGrpSpPr>
        <p:cNvPr id="38" name="Shape 38"/>
        <p:cNvGrpSpPr/>
        <p:nvPr/>
      </p:nvGrpSpPr>
      <p:grpSpPr>
        <a:xfrm>
          <a:off x="0" y="0"/>
          <a:ext cx="0" cy="0"/>
          <a:chOff x="0" y="0"/>
          <a:chExt cx="0" cy="0"/>
        </a:xfrm>
      </p:grpSpPr>
      <p:sp>
        <p:nvSpPr>
          <p:cNvPr id="39" name="Google Shape;39;p9"/>
          <p:cNvSpPr txBox="1"/>
          <p:nvPr>
            <p:ph type="title"/>
          </p:nvPr>
        </p:nvSpPr>
        <p:spPr>
          <a:xfrm>
            <a:off x="509577" y="2245519"/>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40" name="Google Shape;40;p9"/>
          <p:cNvSpPr txBox="1"/>
          <p:nvPr>
            <p:ph idx="1" type="subTitle"/>
          </p:nvPr>
        </p:nvSpPr>
        <p:spPr>
          <a:xfrm>
            <a:off x="509577" y="3154509"/>
            <a:ext cx="6737700" cy="953100"/>
          </a:xfrm>
          <a:prstGeom prst="rect">
            <a:avLst/>
          </a:prstGeom>
        </p:spPr>
        <p:txBody>
          <a:bodyPr anchorCtr="0" anchor="t" bIns="34275" lIns="34275" spcFirstLastPara="1" rIns="34275" wrap="square" tIns="34275">
            <a:noAutofit/>
          </a:bodyPr>
          <a:lstStyle>
            <a:lvl1pPr lvl="0">
              <a:lnSpc>
                <a:spcPct val="115000"/>
              </a:lnSpc>
              <a:spcBef>
                <a:spcPts val="700"/>
              </a:spcBef>
              <a:spcAft>
                <a:spcPts val="0"/>
              </a:spcAft>
              <a:buNone/>
              <a:defRPr>
                <a:latin typeface="Roboto Light"/>
                <a:ea typeface="Roboto Light"/>
                <a:cs typeface="Roboto Light"/>
                <a:sym typeface="Roboto Light"/>
              </a:defRPr>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4_Text and Photo">
  <p:cSld name="Large Picture with Logo">
    <p:spTree>
      <p:nvGrpSpPr>
        <p:cNvPr id="41" name="Shape 41"/>
        <p:cNvGrpSpPr/>
        <p:nvPr/>
      </p:nvGrpSpPr>
      <p:grpSpPr>
        <a:xfrm>
          <a:off x="0" y="0"/>
          <a:ext cx="0" cy="0"/>
          <a:chOff x="0" y="0"/>
          <a:chExt cx="0" cy="0"/>
        </a:xfrm>
      </p:grpSpPr>
      <p:sp>
        <p:nvSpPr>
          <p:cNvPr id="42" name="Google Shape;42;p10"/>
          <p:cNvSpPr txBox="1"/>
          <p:nvPr>
            <p:ph type="title"/>
          </p:nvPr>
        </p:nvSpPr>
        <p:spPr>
          <a:xfrm>
            <a:off x="509521" y="406950"/>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43" name="Google Shape;43;p10"/>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pic>
        <p:nvPicPr>
          <p:cNvPr id="44" name="Google Shape;44;p10"/>
          <p:cNvPicPr preferRelativeResize="0"/>
          <p:nvPr/>
        </p:nvPicPr>
        <p:blipFill rotWithShape="1">
          <a:blip r:embed="rId2">
            <a:alphaModFix/>
          </a:blip>
          <a:srcRect b="2009" l="27412" r="6551" t="0"/>
          <a:stretch/>
        </p:blipFill>
        <p:spPr>
          <a:xfrm>
            <a:off x="7006675" y="-56025"/>
            <a:ext cx="2176574" cy="4846049"/>
          </a:xfrm>
          <a:prstGeom prst="rect">
            <a:avLst/>
          </a:prstGeom>
          <a:noFill/>
          <a:ln>
            <a:noFill/>
          </a:ln>
        </p:spPr>
      </p:pic>
      <p:sp>
        <p:nvSpPr>
          <p:cNvPr id="45" name="Google Shape;45;p10"/>
          <p:cNvSpPr txBox="1"/>
          <p:nvPr>
            <p:ph idx="2" type="body"/>
          </p:nvPr>
        </p:nvSpPr>
        <p:spPr>
          <a:xfrm>
            <a:off x="555675" y="1369225"/>
            <a:ext cx="59745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115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115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115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115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115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115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115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115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115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4_Text and Photo 1">
  <p:cSld name="Large Picture with Logo_1">
    <p:spTree>
      <p:nvGrpSpPr>
        <p:cNvPr id="46" name="Shape 46"/>
        <p:cNvGrpSpPr/>
        <p:nvPr/>
      </p:nvGrpSpPr>
      <p:grpSpPr>
        <a:xfrm>
          <a:off x="0" y="0"/>
          <a:ext cx="0" cy="0"/>
          <a:chOff x="0" y="0"/>
          <a:chExt cx="0" cy="0"/>
        </a:xfrm>
      </p:grpSpPr>
      <p:sp>
        <p:nvSpPr>
          <p:cNvPr id="47" name="Google Shape;47;p11"/>
          <p:cNvSpPr txBox="1"/>
          <p:nvPr>
            <p:ph type="title"/>
          </p:nvPr>
        </p:nvSpPr>
        <p:spPr>
          <a:xfrm>
            <a:off x="509521" y="406950"/>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48" name="Google Shape;48;p11"/>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49" name="Google Shape;49;p11"/>
          <p:cNvSpPr txBox="1"/>
          <p:nvPr>
            <p:ph idx="2" type="body"/>
          </p:nvPr>
        </p:nvSpPr>
        <p:spPr>
          <a:xfrm>
            <a:off x="555675" y="1369225"/>
            <a:ext cx="59745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115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115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115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115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115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115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115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115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115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4_Text and Photo 2">
  <p:cSld name="Large Picture with Logo_1_1">
    <p:spTree>
      <p:nvGrpSpPr>
        <p:cNvPr id="50" name="Shape 50"/>
        <p:cNvGrpSpPr/>
        <p:nvPr/>
      </p:nvGrpSpPr>
      <p:grpSpPr>
        <a:xfrm>
          <a:off x="0" y="0"/>
          <a:ext cx="0" cy="0"/>
          <a:chOff x="0" y="0"/>
          <a:chExt cx="0" cy="0"/>
        </a:xfrm>
      </p:grpSpPr>
      <p:sp>
        <p:nvSpPr>
          <p:cNvPr id="51" name="Google Shape;51;p12"/>
          <p:cNvSpPr txBox="1"/>
          <p:nvPr>
            <p:ph type="title"/>
          </p:nvPr>
        </p:nvSpPr>
        <p:spPr>
          <a:xfrm>
            <a:off x="509521" y="406950"/>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52" name="Google Shape;52;p12"/>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pic>
        <p:nvPicPr>
          <p:cNvPr id="53" name="Google Shape;53;p12"/>
          <p:cNvPicPr preferRelativeResize="0"/>
          <p:nvPr/>
        </p:nvPicPr>
        <p:blipFill rotWithShape="1">
          <a:blip r:embed="rId2">
            <a:alphaModFix/>
          </a:blip>
          <a:srcRect b="0" l="27412" r="6551" t="0"/>
          <a:stretch/>
        </p:blipFill>
        <p:spPr>
          <a:xfrm>
            <a:off x="7006675" y="-57150"/>
            <a:ext cx="2137324" cy="4856125"/>
          </a:xfrm>
          <a:prstGeom prst="rect">
            <a:avLst/>
          </a:prstGeom>
          <a:noFill/>
          <a:ln>
            <a:noFill/>
          </a:ln>
        </p:spPr>
      </p:pic>
      <p:pic>
        <p:nvPicPr>
          <p:cNvPr id="54" name="Google Shape;54;p12"/>
          <p:cNvPicPr preferRelativeResize="0"/>
          <p:nvPr/>
        </p:nvPicPr>
        <p:blipFill rotWithShape="1">
          <a:blip r:embed="rId3">
            <a:alphaModFix/>
          </a:blip>
          <a:srcRect b="0" l="8950" r="0" t="0"/>
          <a:stretch/>
        </p:blipFill>
        <p:spPr>
          <a:xfrm>
            <a:off x="7006665" y="-57150"/>
            <a:ext cx="6633784" cy="4856124"/>
          </a:xfrm>
          <a:prstGeom prst="rect">
            <a:avLst/>
          </a:prstGeom>
          <a:noFill/>
          <a:ln>
            <a:noFill/>
          </a:ln>
        </p:spPr>
      </p:pic>
      <p:pic>
        <p:nvPicPr>
          <p:cNvPr id="55" name="Google Shape;55;p12"/>
          <p:cNvPicPr preferRelativeResize="0"/>
          <p:nvPr/>
        </p:nvPicPr>
        <p:blipFill rotWithShape="1">
          <a:blip r:embed="rId4">
            <a:alphaModFix/>
          </a:blip>
          <a:srcRect b="0" l="39028" r="0" t="0"/>
          <a:stretch/>
        </p:blipFill>
        <p:spPr>
          <a:xfrm>
            <a:off x="7006676" y="-57150"/>
            <a:ext cx="4442373" cy="4856124"/>
          </a:xfrm>
          <a:prstGeom prst="rect">
            <a:avLst/>
          </a:prstGeom>
          <a:noFill/>
          <a:ln>
            <a:noFill/>
          </a:ln>
        </p:spPr>
      </p:pic>
      <p:sp>
        <p:nvSpPr>
          <p:cNvPr id="56" name="Google Shape;56;p12"/>
          <p:cNvSpPr txBox="1"/>
          <p:nvPr>
            <p:ph idx="2" type="body"/>
          </p:nvPr>
        </p:nvSpPr>
        <p:spPr>
          <a:xfrm>
            <a:off x="555675" y="1369225"/>
            <a:ext cx="59745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115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115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115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115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115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115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115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115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115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4_Text and Photo 3">
  <p:cSld name="Large Picture with Logo_1_1_1">
    <p:spTree>
      <p:nvGrpSpPr>
        <p:cNvPr id="57" name="Shape 57"/>
        <p:cNvGrpSpPr/>
        <p:nvPr/>
      </p:nvGrpSpPr>
      <p:grpSpPr>
        <a:xfrm>
          <a:off x="0" y="0"/>
          <a:ext cx="0" cy="0"/>
          <a:chOff x="0" y="0"/>
          <a:chExt cx="0" cy="0"/>
        </a:xfrm>
      </p:grpSpPr>
      <p:sp>
        <p:nvSpPr>
          <p:cNvPr id="58" name="Google Shape;58;p13"/>
          <p:cNvSpPr txBox="1"/>
          <p:nvPr>
            <p:ph type="title"/>
          </p:nvPr>
        </p:nvSpPr>
        <p:spPr>
          <a:xfrm>
            <a:off x="509521" y="406950"/>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59" name="Google Shape;59;p13"/>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pic>
        <p:nvPicPr>
          <p:cNvPr id="60" name="Google Shape;60;p13"/>
          <p:cNvPicPr preferRelativeResize="0"/>
          <p:nvPr/>
        </p:nvPicPr>
        <p:blipFill rotWithShape="1">
          <a:blip r:embed="rId2">
            <a:alphaModFix/>
          </a:blip>
          <a:srcRect b="0" l="24210" r="1252" t="0"/>
          <a:stretch/>
        </p:blipFill>
        <p:spPr>
          <a:xfrm>
            <a:off x="7006675" y="-57150"/>
            <a:ext cx="5430948" cy="4856124"/>
          </a:xfrm>
          <a:prstGeom prst="rect">
            <a:avLst/>
          </a:prstGeom>
          <a:noFill/>
          <a:ln>
            <a:noFill/>
          </a:ln>
        </p:spPr>
      </p:pic>
      <p:sp>
        <p:nvSpPr>
          <p:cNvPr id="61" name="Google Shape;61;p13"/>
          <p:cNvSpPr txBox="1"/>
          <p:nvPr>
            <p:ph idx="2" type="body"/>
          </p:nvPr>
        </p:nvSpPr>
        <p:spPr>
          <a:xfrm>
            <a:off x="555675" y="1369225"/>
            <a:ext cx="59745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115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115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115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115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115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115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115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115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115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4_Text and Photo 4">
  <p:cSld name="Large Picture with Logo_1_1_1_1">
    <p:spTree>
      <p:nvGrpSpPr>
        <p:cNvPr id="62" name="Shape 62"/>
        <p:cNvGrpSpPr/>
        <p:nvPr/>
      </p:nvGrpSpPr>
      <p:grpSpPr>
        <a:xfrm>
          <a:off x="0" y="0"/>
          <a:ext cx="0" cy="0"/>
          <a:chOff x="0" y="0"/>
          <a:chExt cx="0" cy="0"/>
        </a:xfrm>
      </p:grpSpPr>
      <p:sp>
        <p:nvSpPr>
          <p:cNvPr id="63" name="Google Shape;63;p14"/>
          <p:cNvSpPr txBox="1"/>
          <p:nvPr>
            <p:ph type="title"/>
          </p:nvPr>
        </p:nvSpPr>
        <p:spPr>
          <a:xfrm>
            <a:off x="509521" y="406950"/>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64" name="Google Shape;64;p14"/>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pic>
        <p:nvPicPr>
          <p:cNvPr id="65" name="Google Shape;65;p14"/>
          <p:cNvPicPr preferRelativeResize="0"/>
          <p:nvPr/>
        </p:nvPicPr>
        <p:blipFill rotWithShape="1">
          <a:blip r:embed="rId2">
            <a:alphaModFix/>
          </a:blip>
          <a:srcRect b="0" l="34525" r="0" t="0"/>
          <a:stretch/>
        </p:blipFill>
        <p:spPr>
          <a:xfrm>
            <a:off x="7010075" y="-57150"/>
            <a:ext cx="2543048" cy="4856125"/>
          </a:xfrm>
          <a:prstGeom prst="rect">
            <a:avLst/>
          </a:prstGeom>
          <a:noFill/>
          <a:ln>
            <a:noFill/>
          </a:ln>
        </p:spPr>
      </p:pic>
      <p:sp>
        <p:nvSpPr>
          <p:cNvPr id="66" name="Google Shape;66;p14"/>
          <p:cNvSpPr txBox="1"/>
          <p:nvPr>
            <p:ph idx="2" type="body"/>
          </p:nvPr>
        </p:nvSpPr>
        <p:spPr>
          <a:xfrm>
            <a:off x="555675" y="1369225"/>
            <a:ext cx="59745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90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90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90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90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90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90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90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90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90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Tree>
  </p:cSld>
  <p:clrMapOvr>
    <a:masterClrMapping/>
  </p:clrMapOvr>
</p:sldLayout>
</file>

<file path=ppt/slideLayouts/slideLayout1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4_Text with Large Photo">
  <p:cSld name="3_Placeholder">
    <p:spTree>
      <p:nvGrpSpPr>
        <p:cNvPr id="67" name="Shape 67"/>
        <p:cNvGrpSpPr/>
        <p:nvPr/>
      </p:nvGrpSpPr>
      <p:grpSpPr>
        <a:xfrm>
          <a:off x="0" y="0"/>
          <a:ext cx="0" cy="0"/>
          <a:chOff x="0" y="0"/>
          <a:chExt cx="0" cy="0"/>
        </a:xfrm>
      </p:grpSpPr>
      <p:sp>
        <p:nvSpPr>
          <p:cNvPr id="68" name="Google Shape;68;p15"/>
          <p:cNvSpPr txBox="1"/>
          <p:nvPr>
            <p:ph type="title"/>
          </p:nvPr>
        </p:nvSpPr>
        <p:spPr>
          <a:xfrm>
            <a:off x="509577" y="702469"/>
            <a:ext cx="22071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2700"/>
              <a:buFont typeface="Playfair Display"/>
              <a:buNone/>
              <a:defRPr i="0" sz="27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69" name="Google Shape;69;p15"/>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70" name="Google Shape;70;p15"/>
          <p:cNvSpPr txBox="1"/>
          <p:nvPr>
            <p:ph idx="2" type="body"/>
          </p:nvPr>
        </p:nvSpPr>
        <p:spPr>
          <a:xfrm>
            <a:off x="509575" y="1902650"/>
            <a:ext cx="22533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115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115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115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115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115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115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115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90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90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4_Text with Large Photo 1">
  <p:cSld name="3_Placeholder_1">
    <p:spTree>
      <p:nvGrpSpPr>
        <p:cNvPr id="71" name="Shape 71"/>
        <p:cNvGrpSpPr/>
        <p:nvPr/>
      </p:nvGrpSpPr>
      <p:grpSpPr>
        <a:xfrm>
          <a:off x="0" y="0"/>
          <a:ext cx="0" cy="0"/>
          <a:chOff x="0" y="0"/>
          <a:chExt cx="0" cy="0"/>
        </a:xfrm>
      </p:grpSpPr>
      <p:sp>
        <p:nvSpPr>
          <p:cNvPr id="72" name="Google Shape;72;p16"/>
          <p:cNvSpPr txBox="1"/>
          <p:nvPr>
            <p:ph type="title"/>
          </p:nvPr>
        </p:nvSpPr>
        <p:spPr>
          <a:xfrm>
            <a:off x="509577" y="702469"/>
            <a:ext cx="22071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2700"/>
              <a:buFont typeface="Playfair Display"/>
              <a:buNone/>
              <a:defRPr i="0" sz="27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73" name="Google Shape;73;p16"/>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74" name="Google Shape;74;p16"/>
          <p:cNvSpPr txBox="1"/>
          <p:nvPr>
            <p:ph idx="2" type="body"/>
          </p:nvPr>
        </p:nvSpPr>
        <p:spPr>
          <a:xfrm>
            <a:off x="509575" y="1902650"/>
            <a:ext cx="22533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115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115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115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115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115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115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115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90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90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5_Single Statistic">
  <p:cSld name="1_Placeholder">
    <p:spTree>
      <p:nvGrpSpPr>
        <p:cNvPr id="75" name="Shape 75"/>
        <p:cNvGrpSpPr/>
        <p:nvPr/>
      </p:nvGrpSpPr>
      <p:grpSpPr>
        <a:xfrm>
          <a:off x="0" y="0"/>
          <a:ext cx="0" cy="0"/>
          <a:chOff x="0" y="0"/>
          <a:chExt cx="0" cy="0"/>
        </a:xfrm>
      </p:grpSpPr>
      <p:sp>
        <p:nvSpPr>
          <p:cNvPr id="76" name="Google Shape;76;p17"/>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77" name="Google Shape;77;p17"/>
          <p:cNvSpPr txBox="1"/>
          <p:nvPr>
            <p:ph type="title"/>
          </p:nvPr>
        </p:nvSpPr>
        <p:spPr>
          <a:xfrm>
            <a:off x="454066" y="1824338"/>
            <a:ext cx="4305900" cy="1385100"/>
          </a:xfrm>
          <a:prstGeom prst="rect">
            <a:avLst/>
          </a:prstGeom>
        </p:spPr>
        <p:txBody>
          <a:bodyPr anchorCtr="0" anchor="t" bIns="34275" lIns="34275" spcFirstLastPara="1" rIns="34275" wrap="square" tIns="34275">
            <a:noAutofit/>
          </a:bodyPr>
          <a:lstStyle>
            <a:lvl1pPr lvl="0">
              <a:spcBef>
                <a:spcPts val="0"/>
              </a:spcBef>
              <a:spcAft>
                <a:spcPts val="0"/>
              </a:spcAft>
              <a:buNone/>
              <a:defRPr sz="9400">
                <a:solidFill>
                  <a:schemeClr val="accent1"/>
                </a:solidFill>
                <a:latin typeface="Roboto Light"/>
                <a:ea typeface="Roboto Light"/>
                <a:cs typeface="Roboto Light"/>
                <a:sym typeface="Roboto Light"/>
              </a:defRPr>
            </a:lvl1pPr>
            <a:lvl2pPr lvl="1">
              <a:spcBef>
                <a:spcPts val="0"/>
              </a:spcBef>
              <a:spcAft>
                <a:spcPts val="0"/>
              </a:spcAft>
              <a:buNone/>
              <a:defRPr>
                <a:latin typeface="Roboto"/>
                <a:ea typeface="Roboto"/>
                <a:cs typeface="Roboto"/>
                <a:sym typeface="Roboto"/>
              </a:defRPr>
            </a:lvl2pPr>
            <a:lvl3pPr lvl="2">
              <a:spcBef>
                <a:spcPts val="0"/>
              </a:spcBef>
              <a:spcAft>
                <a:spcPts val="0"/>
              </a:spcAft>
              <a:buNone/>
              <a:defRPr>
                <a:latin typeface="Roboto"/>
                <a:ea typeface="Roboto"/>
                <a:cs typeface="Roboto"/>
                <a:sym typeface="Roboto"/>
              </a:defRPr>
            </a:lvl3pPr>
            <a:lvl4pPr lvl="3">
              <a:spcBef>
                <a:spcPts val="0"/>
              </a:spcBef>
              <a:spcAft>
                <a:spcPts val="0"/>
              </a:spcAft>
              <a:buNone/>
              <a:defRPr>
                <a:latin typeface="Roboto"/>
                <a:ea typeface="Roboto"/>
                <a:cs typeface="Roboto"/>
                <a:sym typeface="Roboto"/>
              </a:defRPr>
            </a:lvl4pPr>
            <a:lvl5pPr lvl="4">
              <a:spcBef>
                <a:spcPts val="0"/>
              </a:spcBef>
              <a:spcAft>
                <a:spcPts val="0"/>
              </a:spcAft>
              <a:buNone/>
              <a:defRPr>
                <a:latin typeface="Roboto"/>
                <a:ea typeface="Roboto"/>
                <a:cs typeface="Roboto"/>
                <a:sym typeface="Roboto"/>
              </a:defRPr>
            </a:lvl5pPr>
            <a:lvl6pPr lvl="5">
              <a:spcBef>
                <a:spcPts val="0"/>
              </a:spcBef>
              <a:spcAft>
                <a:spcPts val="0"/>
              </a:spcAft>
              <a:buNone/>
              <a:defRPr>
                <a:latin typeface="Roboto"/>
                <a:ea typeface="Roboto"/>
                <a:cs typeface="Roboto"/>
                <a:sym typeface="Roboto"/>
              </a:defRPr>
            </a:lvl6pPr>
            <a:lvl7pPr lvl="6">
              <a:spcBef>
                <a:spcPts val="0"/>
              </a:spcBef>
              <a:spcAft>
                <a:spcPts val="0"/>
              </a:spcAft>
              <a:buNone/>
              <a:defRPr>
                <a:latin typeface="Roboto"/>
                <a:ea typeface="Roboto"/>
                <a:cs typeface="Roboto"/>
                <a:sym typeface="Roboto"/>
              </a:defRPr>
            </a:lvl7pPr>
            <a:lvl8pPr lvl="7">
              <a:spcBef>
                <a:spcPts val="0"/>
              </a:spcBef>
              <a:spcAft>
                <a:spcPts val="0"/>
              </a:spcAft>
              <a:buNone/>
              <a:defRPr>
                <a:latin typeface="Roboto"/>
                <a:ea typeface="Roboto"/>
                <a:cs typeface="Roboto"/>
                <a:sym typeface="Roboto"/>
              </a:defRPr>
            </a:lvl8pPr>
            <a:lvl9pPr lvl="8">
              <a:spcBef>
                <a:spcPts val="0"/>
              </a:spcBef>
              <a:spcAft>
                <a:spcPts val="0"/>
              </a:spcAft>
              <a:buNone/>
              <a:defRPr>
                <a:latin typeface="Roboto"/>
                <a:ea typeface="Roboto"/>
                <a:cs typeface="Roboto"/>
                <a:sym typeface="Roboto"/>
              </a:defRPr>
            </a:lvl9pPr>
          </a:lstStyle>
          <a:p/>
        </p:txBody>
      </p:sp>
      <p:sp>
        <p:nvSpPr>
          <p:cNvPr id="78" name="Google Shape;78;p17"/>
          <p:cNvSpPr txBox="1"/>
          <p:nvPr>
            <p:ph idx="2" type="subTitle"/>
          </p:nvPr>
        </p:nvSpPr>
        <p:spPr>
          <a:xfrm>
            <a:off x="454066" y="3127509"/>
            <a:ext cx="8353200" cy="715200"/>
          </a:xfrm>
          <a:prstGeom prst="rect">
            <a:avLst/>
          </a:prstGeom>
        </p:spPr>
        <p:txBody>
          <a:bodyPr anchorCtr="0" anchor="t" bIns="34275" lIns="34275" spcFirstLastPara="1" rIns="34275" wrap="square" tIns="34275">
            <a:noAutofit/>
          </a:bodyPr>
          <a:lstStyle>
            <a:lvl1pPr lvl="0">
              <a:spcBef>
                <a:spcPts val="700"/>
              </a:spcBef>
              <a:spcAft>
                <a:spcPts val="0"/>
              </a:spcAft>
              <a:buNone/>
              <a:defRPr sz="1800">
                <a:latin typeface="Roboto Light"/>
                <a:ea typeface="Roboto Light"/>
                <a:cs typeface="Roboto Light"/>
                <a:sym typeface="Roboto Light"/>
              </a:defRPr>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79" name="Google Shape;79;p17"/>
          <p:cNvSpPr txBox="1"/>
          <p:nvPr>
            <p:ph idx="3" type="subTitle"/>
          </p:nvPr>
        </p:nvSpPr>
        <p:spPr>
          <a:xfrm>
            <a:off x="4838166" y="1824350"/>
            <a:ext cx="3866400" cy="1174500"/>
          </a:xfrm>
          <a:prstGeom prst="rect">
            <a:avLst/>
          </a:prstGeom>
        </p:spPr>
        <p:txBody>
          <a:bodyPr anchorCtr="0" anchor="t" bIns="34275" lIns="34275" spcFirstLastPara="1" rIns="34275" wrap="square" tIns="34275">
            <a:noAutofit/>
          </a:bodyPr>
          <a:lstStyle>
            <a:lvl1pPr lvl="0">
              <a:lnSpc>
                <a:spcPct val="115000"/>
              </a:lnSpc>
              <a:spcBef>
                <a:spcPts val="700"/>
              </a:spcBef>
              <a:spcAft>
                <a:spcPts val="0"/>
              </a:spcAft>
              <a:buNone/>
              <a:defRPr>
                <a:latin typeface="Roboto Light"/>
                <a:ea typeface="Roboto Light"/>
                <a:cs typeface="Roboto Light"/>
                <a:sym typeface="Roboto Light"/>
              </a:defRPr>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80" name="Google Shape;80;p17"/>
          <p:cNvSpPr txBox="1"/>
          <p:nvPr>
            <p:ph idx="4" type="title"/>
          </p:nvPr>
        </p:nvSpPr>
        <p:spPr>
          <a:xfrm>
            <a:off x="509577" y="837514"/>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Tree>
  </p:cSld>
  <p:clrMapOvr>
    <a:masterClrMapping/>
  </p:clrMapOvr>
</p:sldLayout>
</file>

<file path=ppt/slideLayouts/slideLayout1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5_Multiple Statistics">
  <p:cSld name="1_Placeholder_1">
    <p:spTree>
      <p:nvGrpSpPr>
        <p:cNvPr id="81" name="Shape 81"/>
        <p:cNvGrpSpPr/>
        <p:nvPr/>
      </p:nvGrpSpPr>
      <p:grpSpPr>
        <a:xfrm>
          <a:off x="0" y="0"/>
          <a:ext cx="0" cy="0"/>
          <a:chOff x="0" y="0"/>
          <a:chExt cx="0" cy="0"/>
        </a:xfrm>
      </p:grpSpPr>
      <p:sp>
        <p:nvSpPr>
          <p:cNvPr id="82" name="Google Shape;82;p18"/>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83" name="Google Shape;83;p18"/>
          <p:cNvSpPr txBox="1"/>
          <p:nvPr>
            <p:ph type="title"/>
          </p:nvPr>
        </p:nvSpPr>
        <p:spPr>
          <a:xfrm>
            <a:off x="454066" y="759488"/>
            <a:ext cx="4305900" cy="1385100"/>
          </a:xfrm>
          <a:prstGeom prst="rect">
            <a:avLst/>
          </a:prstGeom>
        </p:spPr>
        <p:txBody>
          <a:bodyPr anchorCtr="0" anchor="t" bIns="34275" lIns="34275" spcFirstLastPara="1" rIns="34275" wrap="square" tIns="34275">
            <a:noAutofit/>
          </a:bodyPr>
          <a:lstStyle>
            <a:lvl1pPr lvl="0">
              <a:spcBef>
                <a:spcPts val="0"/>
              </a:spcBef>
              <a:spcAft>
                <a:spcPts val="0"/>
              </a:spcAft>
              <a:buNone/>
              <a:defRPr sz="7500">
                <a:solidFill>
                  <a:schemeClr val="accent1"/>
                </a:solidFill>
                <a:latin typeface="Roboto Light"/>
                <a:ea typeface="Roboto Light"/>
                <a:cs typeface="Roboto Light"/>
                <a:sym typeface="Roboto Light"/>
              </a:defRPr>
            </a:lvl1pPr>
            <a:lvl2pPr lvl="1">
              <a:spcBef>
                <a:spcPts val="0"/>
              </a:spcBef>
              <a:spcAft>
                <a:spcPts val="0"/>
              </a:spcAft>
              <a:buNone/>
              <a:defRPr>
                <a:latin typeface="Roboto"/>
                <a:ea typeface="Roboto"/>
                <a:cs typeface="Roboto"/>
                <a:sym typeface="Roboto"/>
              </a:defRPr>
            </a:lvl2pPr>
            <a:lvl3pPr lvl="2">
              <a:spcBef>
                <a:spcPts val="0"/>
              </a:spcBef>
              <a:spcAft>
                <a:spcPts val="0"/>
              </a:spcAft>
              <a:buNone/>
              <a:defRPr>
                <a:latin typeface="Roboto"/>
                <a:ea typeface="Roboto"/>
                <a:cs typeface="Roboto"/>
                <a:sym typeface="Roboto"/>
              </a:defRPr>
            </a:lvl3pPr>
            <a:lvl4pPr lvl="3">
              <a:spcBef>
                <a:spcPts val="0"/>
              </a:spcBef>
              <a:spcAft>
                <a:spcPts val="0"/>
              </a:spcAft>
              <a:buNone/>
              <a:defRPr>
                <a:latin typeface="Roboto"/>
                <a:ea typeface="Roboto"/>
                <a:cs typeface="Roboto"/>
                <a:sym typeface="Roboto"/>
              </a:defRPr>
            </a:lvl4pPr>
            <a:lvl5pPr lvl="4">
              <a:spcBef>
                <a:spcPts val="0"/>
              </a:spcBef>
              <a:spcAft>
                <a:spcPts val="0"/>
              </a:spcAft>
              <a:buNone/>
              <a:defRPr>
                <a:latin typeface="Roboto"/>
                <a:ea typeface="Roboto"/>
                <a:cs typeface="Roboto"/>
                <a:sym typeface="Roboto"/>
              </a:defRPr>
            </a:lvl5pPr>
            <a:lvl6pPr lvl="5">
              <a:spcBef>
                <a:spcPts val="0"/>
              </a:spcBef>
              <a:spcAft>
                <a:spcPts val="0"/>
              </a:spcAft>
              <a:buNone/>
              <a:defRPr>
                <a:latin typeface="Roboto"/>
                <a:ea typeface="Roboto"/>
                <a:cs typeface="Roboto"/>
                <a:sym typeface="Roboto"/>
              </a:defRPr>
            </a:lvl6pPr>
            <a:lvl7pPr lvl="6">
              <a:spcBef>
                <a:spcPts val="0"/>
              </a:spcBef>
              <a:spcAft>
                <a:spcPts val="0"/>
              </a:spcAft>
              <a:buNone/>
              <a:defRPr>
                <a:latin typeface="Roboto"/>
                <a:ea typeface="Roboto"/>
                <a:cs typeface="Roboto"/>
                <a:sym typeface="Roboto"/>
              </a:defRPr>
            </a:lvl7pPr>
            <a:lvl8pPr lvl="7">
              <a:spcBef>
                <a:spcPts val="0"/>
              </a:spcBef>
              <a:spcAft>
                <a:spcPts val="0"/>
              </a:spcAft>
              <a:buNone/>
              <a:defRPr>
                <a:latin typeface="Roboto"/>
                <a:ea typeface="Roboto"/>
                <a:cs typeface="Roboto"/>
                <a:sym typeface="Roboto"/>
              </a:defRPr>
            </a:lvl8pPr>
            <a:lvl9pPr lvl="8">
              <a:spcBef>
                <a:spcPts val="0"/>
              </a:spcBef>
              <a:spcAft>
                <a:spcPts val="0"/>
              </a:spcAft>
              <a:buNone/>
              <a:defRPr>
                <a:latin typeface="Roboto"/>
                <a:ea typeface="Roboto"/>
                <a:cs typeface="Roboto"/>
                <a:sym typeface="Roboto"/>
              </a:defRPr>
            </a:lvl9pPr>
          </a:lstStyle>
          <a:p/>
        </p:txBody>
      </p:sp>
      <p:sp>
        <p:nvSpPr>
          <p:cNvPr id="84" name="Google Shape;84;p18"/>
          <p:cNvSpPr txBox="1"/>
          <p:nvPr>
            <p:ph idx="2" type="subTitle"/>
          </p:nvPr>
        </p:nvSpPr>
        <p:spPr>
          <a:xfrm>
            <a:off x="4759893" y="759488"/>
            <a:ext cx="4008300" cy="1174500"/>
          </a:xfrm>
          <a:prstGeom prst="rect">
            <a:avLst/>
          </a:prstGeom>
        </p:spPr>
        <p:txBody>
          <a:bodyPr anchorCtr="0" anchor="t" bIns="34275" lIns="34275" spcFirstLastPara="1" rIns="34275" wrap="square" tIns="34275">
            <a:noAutofit/>
          </a:bodyPr>
          <a:lstStyle>
            <a:lvl1pPr lvl="0">
              <a:lnSpc>
                <a:spcPct val="115000"/>
              </a:lnSpc>
              <a:spcBef>
                <a:spcPts val="700"/>
              </a:spcBef>
              <a:spcAft>
                <a:spcPts val="0"/>
              </a:spcAft>
              <a:buNone/>
              <a:defRPr>
                <a:latin typeface="Roboto Light"/>
                <a:ea typeface="Roboto Light"/>
                <a:cs typeface="Roboto Light"/>
                <a:sym typeface="Roboto Light"/>
              </a:defRPr>
            </a:lvl1pPr>
            <a:lvl2pPr lvl="1">
              <a:lnSpc>
                <a:spcPct val="115000"/>
              </a:lnSpc>
              <a:spcBef>
                <a:spcPts val="700"/>
              </a:spcBef>
              <a:spcAft>
                <a:spcPts val="0"/>
              </a:spcAft>
              <a:buNone/>
              <a:defRPr/>
            </a:lvl2pPr>
            <a:lvl3pPr lvl="2">
              <a:lnSpc>
                <a:spcPct val="115000"/>
              </a:lnSpc>
              <a:spcBef>
                <a:spcPts val="700"/>
              </a:spcBef>
              <a:spcAft>
                <a:spcPts val="0"/>
              </a:spcAft>
              <a:buNone/>
              <a:defRPr/>
            </a:lvl3pPr>
            <a:lvl4pPr lvl="3">
              <a:lnSpc>
                <a:spcPct val="115000"/>
              </a:lnSpc>
              <a:spcBef>
                <a:spcPts val="700"/>
              </a:spcBef>
              <a:spcAft>
                <a:spcPts val="0"/>
              </a:spcAft>
              <a:buNone/>
              <a:defRPr/>
            </a:lvl4pPr>
            <a:lvl5pPr lvl="4">
              <a:lnSpc>
                <a:spcPct val="115000"/>
              </a:lnSpc>
              <a:spcBef>
                <a:spcPts val="700"/>
              </a:spcBef>
              <a:spcAft>
                <a:spcPts val="0"/>
              </a:spcAft>
              <a:buNone/>
              <a:defRPr/>
            </a:lvl5pPr>
            <a:lvl6pPr lvl="5">
              <a:lnSpc>
                <a:spcPct val="115000"/>
              </a:lnSpc>
              <a:spcBef>
                <a:spcPts val="700"/>
              </a:spcBef>
              <a:spcAft>
                <a:spcPts val="0"/>
              </a:spcAft>
              <a:buNone/>
              <a:defRPr/>
            </a:lvl6pPr>
            <a:lvl7pPr lvl="6">
              <a:lnSpc>
                <a:spcPct val="115000"/>
              </a:lnSpc>
              <a:spcBef>
                <a:spcPts val="700"/>
              </a:spcBef>
              <a:spcAft>
                <a:spcPts val="0"/>
              </a:spcAft>
              <a:buNone/>
              <a:defRPr/>
            </a:lvl7pPr>
            <a:lvl8pPr lvl="7">
              <a:lnSpc>
                <a:spcPct val="115000"/>
              </a:lnSpc>
              <a:spcBef>
                <a:spcPts val="700"/>
              </a:spcBef>
              <a:spcAft>
                <a:spcPts val="0"/>
              </a:spcAft>
              <a:buNone/>
              <a:defRPr/>
            </a:lvl8pPr>
            <a:lvl9pPr lvl="8">
              <a:lnSpc>
                <a:spcPct val="115000"/>
              </a:lnSpc>
              <a:spcBef>
                <a:spcPts val="700"/>
              </a:spcBef>
              <a:spcAft>
                <a:spcPts val="0"/>
              </a:spcAft>
              <a:buNone/>
              <a:defRPr/>
            </a:lvl9pPr>
          </a:lstStyle>
          <a:p/>
        </p:txBody>
      </p:sp>
      <p:sp>
        <p:nvSpPr>
          <p:cNvPr id="85" name="Google Shape;85;p18"/>
          <p:cNvSpPr txBox="1"/>
          <p:nvPr>
            <p:ph idx="3" type="title"/>
          </p:nvPr>
        </p:nvSpPr>
        <p:spPr>
          <a:xfrm>
            <a:off x="454066" y="2037533"/>
            <a:ext cx="4305900" cy="1385100"/>
          </a:xfrm>
          <a:prstGeom prst="rect">
            <a:avLst/>
          </a:prstGeom>
        </p:spPr>
        <p:txBody>
          <a:bodyPr anchorCtr="0" anchor="t" bIns="34275" lIns="34275" spcFirstLastPara="1" rIns="34275" wrap="square" tIns="34275">
            <a:noAutofit/>
          </a:bodyPr>
          <a:lstStyle>
            <a:lvl1pPr lvl="0">
              <a:spcBef>
                <a:spcPts val="0"/>
              </a:spcBef>
              <a:spcAft>
                <a:spcPts val="0"/>
              </a:spcAft>
              <a:buNone/>
              <a:defRPr sz="7500">
                <a:solidFill>
                  <a:schemeClr val="accent5"/>
                </a:solidFill>
                <a:latin typeface="Roboto Light"/>
                <a:ea typeface="Roboto Light"/>
                <a:cs typeface="Roboto Light"/>
                <a:sym typeface="Roboto Light"/>
              </a:defRPr>
            </a:lvl1pPr>
            <a:lvl2pPr lvl="1">
              <a:spcBef>
                <a:spcPts val="0"/>
              </a:spcBef>
              <a:spcAft>
                <a:spcPts val="0"/>
              </a:spcAft>
              <a:buNone/>
              <a:defRPr>
                <a:latin typeface="Roboto"/>
                <a:ea typeface="Roboto"/>
                <a:cs typeface="Roboto"/>
                <a:sym typeface="Roboto"/>
              </a:defRPr>
            </a:lvl2pPr>
            <a:lvl3pPr lvl="2">
              <a:spcBef>
                <a:spcPts val="0"/>
              </a:spcBef>
              <a:spcAft>
                <a:spcPts val="0"/>
              </a:spcAft>
              <a:buNone/>
              <a:defRPr>
                <a:latin typeface="Roboto"/>
                <a:ea typeface="Roboto"/>
                <a:cs typeface="Roboto"/>
                <a:sym typeface="Roboto"/>
              </a:defRPr>
            </a:lvl3pPr>
            <a:lvl4pPr lvl="3">
              <a:spcBef>
                <a:spcPts val="0"/>
              </a:spcBef>
              <a:spcAft>
                <a:spcPts val="0"/>
              </a:spcAft>
              <a:buNone/>
              <a:defRPr>
                <a:latin typeface="Roboto"/>
                <a:ea typeface="Roboto"/>
                <a:cs typeface="Roboto"/>
                <a:sym typeface="Roboto"/>
              </a:defRPr>
            </a:lvl4pPr>
            <a:lvl5pPr lvl="4">
              <a:spcBef>
                <a:spcPts val="0"/>
              </a:spcBef>
              <a:spcAft>
                <a:spcPts val="0"/>
              </a:spcAft>
              <a:buNone/>
              <a:defRPr>
                <a:latin typeface="Roboto"/>
                <a:ea typeface="Roboto"/>
                <a:cs typeface="Roboto"/>
                <a:sym typeface="Roboto"/>
              </a:defRPr>
            </a:lvl5pPr>
            <a:lvl6pPr lvl="5">
              <a:spcBef>
                <a:spcPts val="0"/>
              </a:spcBef>
              <a:spcAft>
                <a:spcPts val="0"/>
              </a:spcAft>
              <a:buNone/>
              <a:defRPr>
                <a:latin typeface="Roboto"/>
                <a:ea typeface="Roboto"/>
                <a:cs typeface="Roboto"/>
                <a:sym typeface="Roboto"/>
              </a:defRPr>
            </a:lvl6pPr>
            <a:lvl7pPr lvl="6">
              <a:spcBef>
                <a:spcPts val="0"/>
              </a:spcBef>
              <a:spcAft>
                <a:spcPts val="0"/>
              </a:spcAft>
              <a:buNone/>
              <a:defRPr>
                <a:latin typeface="Roboto"/>
                <a:ea typeface="Roboto"/>
                <a:cs typeface="Roboto"/>
                <a:sym typeface="Roboto"/>
              </a:defRPr>
            </a:lvl7pPr>
            <a:lvl8pPr lvl="7">
              <a:spcBef>
                <a:spcPts val="0"/>
              </a:spcBef>
              <a:spcAft>
                <a:spcPts val="0"/>
              </a:spcAft>
              <a:buNone/>
              <a:defRPr>
                <a:latin typeface="Roboto"/>
                <a:ea typeface="Roboto"/>
                <a:cs typeface="Roboto"/>
                <a:sym typeface="Roboto"/>
              </a:defRPr>
            </a:lvl8pPr>
            <a:lvl9pPr lvl="8">
              <a:spcBef>
                <a:spcPts val="0"/>
              </a:spcBef>
              <a:spcAft>
                <a:spcPts val="0"/>
              </a:spcAft>
              <a:buNone/>
              <a:defRPr>
                <a:latin typeface="Roboto"/>
                <a:ea typeface="Roboto"/>
                <a:cs typeface="Roboto"/>
                <a:sym typeface="Roboto"/>
              </a:defRPr>
            </a:lvl9pPr>
          </a:lstStyle>
          <a:p/>
        </p:txBody>
      </p:sp>
      <p:sp>
        <p:nvSpPr>
          <p:cNvPr id="86" name="Google Shape;86;p18"/>
          <p:cNvSpPr txBox="1"/>
          <p:nvPr>
            <p:ph idx="4" type="subTitle"/>
          </p:nvPr>
        </p:nvSpPr>
        <p:spPr>
          <a:xfrm>
            <a:off x="4759893" y="2037533"/>
            <a:ext cx="4008300" cy="1174500"/>
          </a:xfrm>
          <a:prstGeom prst="rect">
            <a:avLst/>
          </a:prstGeom>
        </p:spPr>
        <p:txBody>
          <a:bodyPr anchorCtr="0" anchor="t" bIns="34275" lIns="34275" spcFirstLastPara="1" rIns="34275" wrap="square" tIns="34275">
            <a:noAutofit/>
          </a:bodyPr>
          <a:lstStyle>
            <a:lvl1pPr lvl="0">
              <a:lnSpc>
                <a:spcPct val="115000"/>
              </a:lnSpc>
              <a:spcBef>
                <a:spcPts val="700"/>
              </a:spcBef>
              <a:spcAft>
                <a:spcPts val="0"/>
              </a:spcAft>
              <a:buNone/>
              <a:defRPr>
                <a:latin typeface="Roboto Light"/>
                <a:ea typeface="Roboto Light"/>
                <a:cs typeface="Roboto Light"/>
                <a:sym typeface="Roboto Light"/>
              </a:defRPr>
            </a:lvl1pPr>
            <a:lvl2pPr lvl="1">
              <a:lnSpc>
                <a:spcPct val="115000"/>
              </a:lnSpc>
              <a:spcBef>
                <a:spcPts val="700"/>
              </a:spcBef>
              <a:spcAft>
                <a:spcPts val="0"/>
              </a:spcAft>
              <a:buNone/>
              <a:defRPr/>
            </a:lvl2pPr>
            <a:lvl3pPr lvl="2">
              <a:lnSpc>
                <a:spcPct val="115000"/>
              </a:lnSpc>
              <a:spcBef>
                <a:spcPts val="700"/>
              </a:spcBef>
              <a:spcAft>
                <a:spcPts val="0"/>
              </a:spcAft>
              <a:buNone/>
              <a:defRPr/>
            </a:lvl3pPr>
            <a:lvl4pPr lvl="3">
              <a:lnSpc>
                <a:spcPct val="115000"/>
              </a:lnSpc>
              <a:spcBef>
                <a:spcPts val="700"/>
              </a:spcBef>
              <a:spcAft>
                <a:spcPts val="0"/>
              </a:spcAft>
              <a:buNone/>
              <a:defRPr/>
            </a:lvl4pPr>
            <a:lvl5pPr lvl="4">
              <a:lnSpc>
                <a:spcPct val="115000"/>
              </a:lnSpc>
              <a:spcBef>
                <a:spcPts val="700"/>
              </a:spcBef>
              <a:spcAft>
                <a:spcPts val="0"/>
              </a:spcAft>
              <a:buNone/>
              <a:defRPr/>
            </a:lvl5pPr>
            <a:lvl6pPr lvl="5">
              <a:lnSpc>
                <a:spcPct val="115000"/>
              </a:lnSpc>
              <a:spcBef>
                <a:spcPts val="700"/>
              </a:spcBef>
              <a:spcAft>
                <a:spcPts val="0"/>
              </a:spcAft>
              <a:buNone/>
              <a:defRPr/>
            </a:lvl6pPr>
            <a:lvl7pPr lvl="6">
              <a:lnSpc>
                <a:spcPct val="115000"/>
              </a:lnSpc>
              <a:spcBef>
                <a:spcPts val="700"/>
              </a:spcBef>
              <a:spcAft>
                <a:spcPts val="0"/>
              </a:spcAft>
              <a:buNone/>
              <a:defRPr/>
            </a:lvl7pPr>
            <a:lvl8pPr lvl="7">
              <a:lnSpc>
                <a:spcPct val="115000"/>
              </a:lnSpc>
              <a:spcBef>
                <a:spcPts val="700"/>
              </a:spcBef>
              <a:spcAft>
                <a:spcPts val="0"/>
              </a:spcAft>
              <a:buNone/>
              <a:defRPr/>
            </a:lvl8pPr>
            <a:lvl9pPr lvl="8">
              <a:lnSpc>
                <a:spcPct val="115000"/>
              </a:lnSpc>
              <a:spcBef>
                <a:spcPts val="700"/>
              </a:spcBef>
              <a:spcAft>
                <a:spcPts val="0"/>
              </a:spcAft>
              <a:buNone/>
              <a:defRPr/>
            </a:lvl9pPr>
          </a:lstStyle>
          <a:p/>
        </p:txBody>
      </p:sp>
      <p:sp>
        <p:nvSpPr>
          <p:cNvPr id="87" name="Google Shape;87;p18"/>
          <p:cNvSpPr txBox="1"/>
          <p:nvPr>
            <p:ph idx="5" type="title"/>
          </p:nvPr>
        </p:nvSpPr>
        <p:spPr>
          <a:xfrm>
            <a:off x="454066" y="3437708"/>
            <a:ext cx="4305900" cy="1385100"/>
          </a:xfrm>
          <a:prstGeom prst="rect">
            <a:avLst/>
          </a:prstGeom>
        </p:spPr>
        <p:txBody>
          <a:bodyPr anchorCtr="0" anchor="t" bIns="34275" lIns="34275" spcFirstLastPara="1" rIns="34275" wrap="square" tIns="34275">
            <a:noAutofit/>
          </a:bodyPr>
          <a:lstStyle>
            <a:lvl1pPr lvl="0">
              <a:spcBef>
                <a:spcPts val="0"/>
              </a:spcBef>
              <a:spcAft>
                <a:spcPts val="0"/>
              </a:spcAft>
              <a:buNone/>
              <a:defRPr sz="7500">
                <a:solidFill>
                  <a:schemeClr val="accent6"/>
                </a:solidFill>
                <a:latin typeface="Roboto Light"/>
                <a:ea typeface="Roboto Light"/>
                <a:cs typeface="Roboto Light"/>
                <a:sym typeface="Roboto Light"/>
              </a:defRPr>
            </a:lvl1pPr>
            <a:lvl2pPr lvl="1">
              <a:spcBef>
                <a:spcPts val="0"/>
              </a:spcBef>
              <a:spcAft>
                <a:spcPts val="0"/>
              </a:spcAft>
              <a:buNone/>
              <a:defRPr>
                <a:latin typeface="Roboto"/>
                <a:ea typeface="Roboto"/>
                <a:cs typeface="Roboto"/>
                <a:sym typeface="Roboto"/>
              </a:defRPr>
            </a:lvl2pPr>
            <a:lvl3pPr lvl="2">
              <a:spcBef>
                <a:spcPts val="0"/>
              </a:spcBef>
              <a:spcAft>
                <a:spcPts val="0"/>
              </a:spcAft>
              <a:buNone/>
              <a:defRPr>
                <a:latin typeface="Roboto"/>
                <a:ea typeface="Roboto"/>
                <a:cs typeface="Roboto"/>
                <a:sym typeface="Roboto"/>
              </a:defRPr>
            </a:lvl3pPr>
            <a:lvl4pPr lvl="3">
              <a:spcBef>
                <a:spcPts val="0"/>
              </a:spcBef>
              <a:spcAft>
                <a:spcPts val="0"/>
              </a:spcAft>
              <a:buNone/>
              <a:defRPr>
                <a:latin typeface="Roboto"/>
                <a:ea typeface="Roboto"/>
                <a:cs typeface="Roboto"/>
                <a:sym typeface="Roboto"/>
              </a:defRPr>
            </a:lvl4pPr>
            <a:lvl5pPr lvl="4">
              <a:spcBef>
                <a:spcPts val="0"/>
              </a:spcBef>
              <a:spcAft>
                <a:spcPts val="0"/>
              </a:spcAft>
              <a:buNone/>
              <a:defRPr>
                <a:latin typeface="Roboto"/>
                <a:ea typeface="Roboto"/>
                <a:cs typeface="Roboto"/>
                <a:sym typeface="Roboto"/>
              </a:defRPr>
            </a:lvl5pPr>
            <a:lvl6pPr lvl="5">
              <a:spcBef>
                <a:spcPts val="0"/>
              </a:spcBef>
              <a:spcAft>
                <a:spcPts val="0"/>
              </a:spcAft>
              <a:buNone/>
              <a:defRPr>
                <a:latin typeface="Roboto"/>
                <a:ea typeface="Roboto"/>
                <a:cs typeface="Roboto"/>
                <a:sym typeface="Roboto"/>
              </a:defRPr>
            </a:lvl6pPr>
            <a:lvl7pPr lvl="6">
              <a:spcBef>
                <a:spcPts val="0"/>
              </a:spcBef>
              <a:spcAft>
                <a:spcPts val="0"/>
              </a:spcAft>
              <a:buNone/>
              <a:defRPr>
                <a:latin typeface="Roboto"/>
                <a:ea typeface="Roboto"/>
                <a:cs typeface="Roboto"/>
                <a:sym typeface="Roboto"/>
              </a:defRPr>
            </a:lvl7pPr>
            <a:lvl8pPr lvl="7">
              <a:spcBef>
                <a:spcPts val="0"/>
              </a:spcBef>
              <a:spcAft>
                <a:spcPts val="0"/>
              </a:spcAft>
              <a:buNone/>
              <a:defRPr>
                <a:latin typeface="Roboto"/>
                <a:ea typeface="Roboto"/>
                <a:cs typeface="Roboto"/>
                <a:sym typeface="Roboto"/>
              </a:defRPr>
            </a:lvl8pPr>
            <a:lvl9pPr lvl="8">
              <a:spcBef>
                <a:spcPts val="0"/>
              </a:spcBef>
              <a:spcAft>
                <a:spcPts val="0"/>
              </a:spcAft>
              <a:buNone/>
              <a:defRPr>
                <a:latin typeface="Roboto"/>
                <a:ea typeface="Roboto"/>
                <a:cs typeface="Roboto"/>
                <a:sym typeface="Roboto"/>
              </a:defRPr>
            </a:lvl9pPr>
          </a:lstStyle>
          <a:p/>
        </p:txBody>
      </p:sp>
      <p:sp>
        <p:nvSpPr>
          <p:cNvPr id="88" name="Google Shape;88;p18"/>
          <p:cNvSpPr txBox="1"/>
          <p:nvPr>
            <p:ph idx="6" type="subTitle"/>
          </p:nvPr>
        </p:nvSpPr>
        <p:spPr>
          <a:xfrm>
            <a:off x="4759893" y="3437709"/>
            <a:ext cx="4008300" cy="1174500"/>
          </a:xfrm>
          <a:prstGeom prst="rect">
            <a:avLst/>
          </a:prstGeom>
        </p:spPr>
        <p:txBody>
          <a:bodyPr anchorCtr="0" anchor="t" bIns="34275" lIns="34275" spcFirstLastPara="1" rIns="34275" wrap="square" tIns="34275">
            <a:noAutofit/>
          </a:bodyPr>
          <a:lstStyle>
            <a:lvl1pPr lvl="0">
              <a:lnSpc>
                <a:spcPct val="115000"/>
              </a:lnSpc>
              <a:spcBef>
                <a:spcPts val="700"/>
              </a:spcBef>
              <a:spcAft>
                <a:spcPts val="0"/>
              </a:spcAft>
              <a:buNone/>
              <a:defRPr>
                <a:latin typeface="Roboto Light"/>
                <a:ea typeface="Roboto Light"/>
                <a:cs typeface="Roboto Light"/>
                <a:sym typeface="Roboto Light"/>
              </a:defRPr>
            </a:lvl1pPr>
            <a:lvl2pPr lvl="1">
              <a:lnSpc>
                <a:spcPct val="115000"/>
              </a:lnSpc>
              <a:spcBef>
                <a:spcPts val="700"/>
              </a:spcBef>
              <a:spcAft>
                <a:spcPts val="0"/>
              </a:spcAft>
              <a:buNone/>
              <a:defRPr/>
            </a:lvl2pPr>
            <a:lvl3pPr lvl="2">
              <a:lnSpc>
                <a:spcPct val="115000"/>
              </a:lnSpc>
              <a:spcBef>
                <a:spcPts val="700"/>
              </a:spcBef>
              <a:spcAft>
                <a:spcPts val="0"/>
              </a:spcAft>
              <a:buNone/>
              <a:defRPr/>
            </a:lvl3pPr>
            <a:lvl4pPr lvl="3">
              <a:lnSpc>
                <a:spcPct val="115000"/>
              </a:lnSpc>
              <a:spcBef>
                <a:spcPts val="700"/>
              </a:spcBef>
              <a:spcAft>
                <a:spcPts val="0"/>
              </a:spcAft>
              <a:buNone/>
              <a:defRPr/>
            </a:lvl4pPr>
            <a:lvl5pPr lvl="4">
              <a:lnSpc>
                <a:spcPct val="115000"/>
              </a:lnSpc>
              <a:spcBef>
                <a:spcPts val="700"/>
              </a:spcBef>
              <a:spcAft>
                <a:spcPts val="0"/>
              </a:spcAft>
              <a:buNone/>
              <a:defRPr/>
            </a:lvl5pPr>
            <a:lvl6pPr lvl="5">
              <a:lnSpc>
                <a:spcPct val="115000"/>
              </a:lnSpc>
              <a:spcBef>
                <a:spcPts val="700"/>
              </a:spcBef>
              <a:spcAft>
                <a:spcPts val="0"/>
              </a:spcAft>
              <a:buNone/>
              <a:defRPr/>
            </a:lvl6pPr>
            <a:lvl7pPr lvl="6">
              <a:lnSpc>
                <a:spcPct val="115000"/>
              </a:lnSpc>
              <a:spcBef>
                <a:spcPts val="700"/>
              </a:spcBef>
              <a:spcAft>
                <a:spcPts val="0"/>
              </a:spcAft>
              <a:buNone/>
              <a:defRPr/>
            </a:lvl7pPr>
            <a:lvl8pPr lvl="7">
              <a:lnSpc>
                <a:spcPct val="115000"/>
              </a:lnSpc>
              <a:spcBef>
                <a:spcPts val="700"/>
              </a:spcBef>
              <a:spcAft>
                <a:spcPts val="0"/>
              </a:spcAft>
              <a:buNone/>
              <a:defRPr/>
            </a:lvl8pPr>
            <a:lvl9pPr lvl="8">
              <a:lnSpc>
                <a:spcPct val="115000"/>
              </a:lnSpc>
              <a:spcBef>
                <a:spcPts val="700"/>
              </a:spcBef>
              <a:spcAft>
                <a:spcPts val="0"/>
              </a:spcAft>
              <a:buNone/>
              <a:defRPr/>
            </a:lvl9pPr>
          </a:lstStyle>
          <a:p/>
        </p:txBody>
      </p:sp>
    </p:spTree>
  </p:cSld>
  <p:clrMapOvr>
    <a:masterClrMapping/>
  </p:clrMapOvr>
</p:sldLayout>
</file>

<file path=ppt/slideLayouts/slideLayout1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5_Quote">
  <p:cSld name="CUSTOM">
    <p:spTree>
      <p:nvGrpSpPr>
        <p:cNvPr id="89" name="Shape 89"/>
        <p:cNvGrpSpPr/>
        <p:nvPr/>
      </p:nvGrpSpPr>
      <p:grpSpPr>
        <a:xfrm>
          <a:off x="0" y="0"/>
          <a:ext cx="0" cy="0"/>
          <a:chOff x="0" y="0"/>
          <a:chExt cx="0" cy="0"/>
        </a:xfrm>
      </p:grpSpPr>
      <p:sp>
        <p:nvSpPr>
          <p:cNvPr id="90" name="Google Shape;90;p19"/>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91" name="Google Shape;91;p19"/>
          <p:cNvSpPr/>
          <p:nvPr/>
        </p:nvSpPr>
        <p:spPr>
          <a:xfrm>
            <a:off x="5748887" y="1561152"/>
            <a:ext cx="1718100" cy="219300"/>
          </a:xfrm>
          <a:prstGeom prst="rect">
            <a:avLst/>
          </a:prstGeom>
          <a:solidFill>
            <a:srgbClr val="738D33"/>
          </a:solidFill>
          <a:ln>
            <a:noFill/>
          </a:ln>
        </p:spPr>
        <p:txBody>
          <a:bodyPr anchorCtr="0" anchor="ctr" bIns="34275" lIns="34275" spcFirstLastPara="1" rIns="34275" wrap="square" tIns="34275">
            <a:noAutofit/>
          </a:bodyPr>
          <a:lstStyle/>
          <a:p>
            <a:pPr indent="0" lvl="0" marL="0" rtl="0" algn="l">
              <a:spcBef>
                <a:spcPts val="0"/>
              </a:spcBef>
              <a:spcAft>
                <a:spcPts val="0"/>
              </a:spcAft>
              <a:buNone/>
            </a:pPr>
            <a:r>
              <a:t/>
            </a:r>
            <a:endParaRPr/>
          </a:p>
        </p:txBody>
      </p:sp>
      <p:sp>
        <p:nvSpPr>
          <p:cNvPr id="92" name="Google Shape;92;p19"/>
          <p:cNvSpPr/>
          <p:nvPr/>
        </p:nvSpPr>
        <p:spPr>
          <a:xfrm>
            <a:off x="7467434" y="1561152"/>
            <a:ext cx="1718100" cy="219300"/>
          </a:xfrm>
          <a:prstGeom prst="rect">
            <a:avLst/>
          </a:prstGeom>
          <a:solidFill>
            <a:srgbClr val="625578"/>
          </a:solidFill>
          <a:ln>
            <a:noFill/>
          </a:ln>
        </p:spPr>
        <p:txBody>
          <a:bodyPr anchorCtr="0" anchor="ctr" bIns="34275" lIns="34275" spcFirstLastPara="1" rIns="34275" wrap="square" tIns="34275">
            <a:noAutofit/>
          </a:bodyPr>
          <a:lstStyle/>
          <a:p>
            <a:pPr indent="0" lvl="0" marL="0" rtl="0" algn="l">
              <a:spcBef>
                <a:spcPts val="0"/>
              </a:spcBef>
              <a:spcAft>
                <a:spcPts val="0"/>
              </a:spcAft>
              <a:buNone/>
            </a:pPr>
            <a:r>
              <a:t/>
            </a:r>
            <a:endParaRPr/>
          </a:p>
        </p:txBody>
      </p:sp>
      <p:sp>
        <p:nvSpPr>
          <p:cNvPr id="93" name="Google Shape;93;p19"/>
          <p:cNvSpPr/>
          <p:nvPr/>
        </p:nvSpPr>
        <p:spPr>
          <a:xfrm>
            <a:off x="0" y="1561152"/>
            <a:ext cx="1718100" cy="219300"/>
          </a:xfrm>
          <a:prstGeom prst="rect">
            <a:avLst/>
          </a:prstGeom>
          <a:solidFill>
            <a:srgbClr val="FFB600"/>
          </a:solidFill>
          <a:ln>
            <a:noFill/>
          </a:ln>
        </p:spPr>
        <p:txBody>
          <a:bodyPr anchorCtr="0" anchor="ctr" bIns="34275" lIns="34275" spcFirstLastPara="1" rIns="34275" wrap="square" tIns="34275">
            <a:noAutofit/>
          </a:bodyPr>
          <a:lstStyle/>
          <a:p>
            <a:pPr indent="0" lvl="0" marL="0" rtl="0" algn="l">
              <a:spcBef>
                <a:spcPts val="0"/>
              </a:spcBef>
              <a:spcAft>
                <a:spcPts val="0"/>
              </a:spcAft>
              <a:buNone/>
            </a:pPr>
            <a:r>
              <a:t/>
            </a:r>
            <a:endParaRPr/>
          </a:p>
        </p:txBody>
      </p:sp>
      <p:sp>
        <p:nvSpPr>
          <p:cNvPr id="94" name="Google Shape;94;p19"/>
          <p:cNvSpPr/>
          <p:nvPr/>
        </p:nvSpPr>
        <p:spPr>
          <a:xfrm>
            <a:off x="1718076" y="1561152"/>
            <a:ext cx="1718100" cy="219300"/>
          </a:xfrm>
          <a:prstGeom prst="rect">
            <a:avLst/>
          </a:prstGeom>
          <a:solidFill>
            <a:srgbClr val="498DA0"/>
          </a:solidFill>
          <a:ln>
            <a:noFill/>
          </a:ln>
        </p:spPr>
        <p:txBody>
          <a:bodyPr anchorCtr="0" anchor="ctr" bIns="34275" lIns="34275" spcFirstLastPara="1" rIns="34275" wrap="square" tIns="34275">
            <a:noAutofit/>
          </a:bodyPr>
          <a:lstStyle/>
          <a:p>
            <a:pPr indent="0" lvl="0" marL="0" rtl="0" algn="l">
              <a:spcBef>
                <a:spcPts val="0"/>
              </a:spcBef>
              <a:spcAft>
                <a:spcPts val="0"/>
              </a:spcAft>
              <a:buNone/>
            </a:pPr>
            <a:r>
              <a:t/>
            </a:r>
            <a:endParaRPr/>
          </a:p>
        </p:txBody>
      </p:sp>
      <p:sp>
        <p:nvSpPr>
          <p:cNvPr id="95" name="Google Shape;95;p19"/>
          <p:cNvSpPr txBox="1"/>
          <p:nvPr/>
        </p:nvSpPr>
        <p:spPr>
          <a:xfrm>
            <a:off x="3589051" y="975950"/>
            <a:ext cx="1965900" cy="875400"/>
          </a:xfrm>
          <a:prstGeom prst="rect">
            <a:avLst/>
          </a:prstGeom>
          <a:noFill/>
          <a:ln>
            <a:noFill/>
          </a:ln>
        </p:spPr>
        <p:txBody>
          <a:bodyPr anchorCtr="0" anchor="t" bIns="34275" lIns="34275" spcFirstLastPara="1" rIns="34275" wrap="square" tIns="34275">
            <a:noAutofit/>
          </a:bodyPr>
          <a:lstStyle/>
          <a:p>
            <a:pPr indent="0" lvl="0" marL="0" rtl="0" algn="ctr">
              <a:spcBef>
                <a:spcPts val="0"/>
              </a:spcBef>
              <a:spcAft>
                <a:spcPts val="0"/>
              </a:spcAft>
              <a:buNone/>
            </a:pPr>
            <a:r>
              <a:rPr b="1" lang="en" sz="12000">
                <a:solidFill>
                  <a:srgbClr val="818387"/>
                </a:solidFill>
              </a:rPr>
              <a:t>“</a:t>
            </a:r>
            <a:endParaRPr b="1" sz="12000">
              <a:solidFill>
                <a:srgbClr val="818387"/>
              </a:solidFill>
            </a:endParaRPr>
          </a:p>
        </p:txBody>
      </p:sp>
      <p:sp>
        <p:nvSpPr>
          <p:cNvPr id="96" name="Google Shape;96;p19"/>
          <p:cNvSpPr txBox="1"/>
          <p:nvPr>
            <p:ph type="title"/>
          </p:nvPr>
        </p:nvSpPr>
        <p:spPr>
          <a:xfrm>
            <a:off x="1682308" y="2130769"/>
            <a:ext cx="5779500" cy="1962600"/>
          </a:xfrm>
          <a:prstGeom prst="rect">
            <a:avLst/>
          </a:prstGeom>
        </p:spPr>
        <p:txBody>
          <a:bodyPr anchorCtr="0" anchor="t" bIns="34275" lIns="34275" spcFirstLastPara="1" rIns="34275" wrap="square" tIns="34275">
            <a:noAutofit/>
          </a:bodyPr>
          <a:lstStyle>
            <a:lvl1pPr lvl="0" algn="ctr">
              <a:spcBef>
                <a:spcPts val="0"/>
              </a:spcBef>
              <a:spcAft>
                <a:spcPts val="0"/>
              </a:spcAft>
              <a:buNone/>
              <a:defRPr sz="4500"/>
            </a:lvl1pPr>
            <a:lvl2pPr lvl="1">
              <a:spcBef>
                <a:spcPts val="0"/>
              </a:spcBef>
              <a:spcAft>
                <a:spcPts val="0"/>
              </a:spcAft>
              <a:buNone/>
              <a:defRPr>
                <a:latin typeface="Roboto"/>
                <a:ea typeface="Roboto"/>
                <a:cs typeface="Roboto"/>
                <a:sym typeface="Roboto"/>
              </a:defRPr>
            </a:lvl2pPr>
            <a:lvl3pPr lvl="2">
              <a:spcBef>
                <a:spcPts val="0"/>
              </a:spcBef>
              <a:spcAft>
                <a:spcPts val="0"/>
              </a:spcAft>
              <a:buNone/>
              <a:defRPr>
                <a:latin typeface="Roboto"/>
                <a:ea typeface="Roboto"/>
                <a:cs typeface="Roboto"/>
                <a:sym typeface="Roboto"/>
              </a:defRPr>
            </a:lvl3pPr>
            <a:lvl4pPr lvl="3">
              <a:spcBef>
                <a:spcPts val="0"/>
              </a:spcBef>
              <a:spcAft>
                <a:spcPts val="0"/>
              </a:spcAft>
              <a:buNone/>
              <a:defRPr>
                <a:latin typeface="Roboto"/>
                <a:ea typeface="Roboto"/>
                <a:cs typeface="Roboto"/>
                <a:sym typeface="Roboto"/>
              </a:defRPr>
            </a:lvl4pPr>
            <a:lvl5pPr lvl="4">
              <a:spcBef>
                <a:spcPts val="0"/>
              </a:spcBef>
              <a:spcAft>
                <a:spcPts val="0"/>
              </a:spcAft>
              <a:buNone/>
              <a:defRPr>
                <a:latin typeface="Roboto"/>
                <a:ea typeface="Roboto"/>
                <a:cs typeface="Roboto"/>
                <a:sym typeface="Roboto"/>
              </a:defRPr>
            </a:lvl5pPr>
            <a:lvl6pPr lvl="5">
              <a:spcBef>
                <a:spcPts val="0"/>
              </a:spcBef>
              <a:spcAft>
                <a:spcPts val="0"/>
              </a:spcAft>
              <a:buNone/>
              <a:defRPr>
                <a:latin typeface="Roboto"/>
                <a:ea typeface="Roboto"/>
                <a:cs typeface="Roboto"/>
                <a:sym typeface="Roboto"/>
              </a:defRPr>
            </a:lvl6pPr>
            <a:lvl7pPr lvl="6">
              <a:spcBef>
                <a:spcPts val="0"/>
              </a:spcBef>
              <a:spcAft>
                <a:spcPts val="0"/>
              </a:spcAft>
              <a:buNone/>
              <a:defRPr>
                <a:latin typeface="Roboto"/>
                <a:ea typeface="Roboto"/>
                <a:cs typeface="Roboto"/>
                <a:sym typeface="Roboto"/>
              </a:defRPr>
            </a:lvl7pPr>
            <a:lvl8pPr lvl="7">
              <a:spcBef>
                <a:spcPts val="0"/>
              </a:spcBef>
              <a:spcAft>
                <a:spcPts val="0"/>
              </a:spcAft>
              <a:buNone/>
              <a:defRPr>
                <a:latin typeface="Roboto"/>
                <a:ea typeface="Roboto"/>
                <a:cs typeface="Roboto"/>
                <a:sym typeface="Roboto"/>
              </a:defRPr>
            </a:lvl8pPr>
            <a:lvl9pPr lvl="8">
              <a:spcBef>
                <a:spcPts val="0"/>
              </a:spcBef>
              <a:spcAft>
                <a:spcPts val="0"/>
              </a:spcAft>
              <a:buNone/>
              <a:defRPr>
                <a:latin typeface="Roboto"/>
                <a:ea typeface="Roboto"/>
                <a:cs typeface="Roboto"/>
                <a:sym typeface="Roboto"/>
              </a:defRPr>
            </a:lvl9pPr>
          </a:lstStyle>
          <a:p/>
        </p:txBody>
      </p:sp>
      <p:sp>
        <p:nvSpPr>
          <p:cNvPr id="97" name="Google Shape;97;p19"/>
          <p:cNvSpPr txBox="1"/>
          <p:nvPr>
            <p:ph idx="2" type="subTitle"/>
          </p:nvPr>
        </p:nvSpPr>
        <p:spPr>
          <a:xfrm>
            <a:off x="3300470" y="3999056"/>
            <a:ext cx="2543100" cy="384600"/>
          </a:xfrm>
          <a:prstGeom prst="rect">
            <a:avLst/>
          </a:prstGeom>
        </p:spPr>
        <p:txBody>
          <a:bodyPr anchorCtr="0" anchor="t" bIns="34275" lIns="34275" spcFirstLastPara="1" rIns="34275" wrap="square" tIns="34275">
            <a:noAutofit/>
          </a:bodyPr>
          <a:lstStyle>
            <a:lvl1pPr lvl="0" algn="ctr">
              <a:spcBef>
                <a:spcPts val="700"/>
              </a:spcBef>
              <a:spcAft>
                <a:spcPts val="0"/>
              </a:spcAft>
              <a:buNone/>
              <a:defRPr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Tree>
  </p:cSld>
  <p:clrMapOvr>
    <a:masterClrMapping/>
  </p:clrMapOvr>
</p:sldLayout>
</file>

<file path=ppt/slideLayouts/slideLayout1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3_Title Slide" showMasterSp="0">
  <p:cSld name="13_Title Slide">
    <p:spTree>
      <p:nvGrpSpPr>
        <p:cNvPr id="98" name="Shape 98"/>
        <p:cNvGrpSpPr/>
        <p:nvPr/>
      </p:nvGrpSpPr>
      <p:grpSpPr>
        <a:xfrm>
          <a:off x="0" y="0"/>
          <a:ext cx="0" cy="0"/>
          <a:chOff x="0" y="0"/>
          <a:chExt cx="0" cy="0"/>
        </a:xfrm>
      </p:grpSpPr>
      <p:sp>
        <p:nvSpPr>
          <p:cNvPr id="99" name="Google Shape;99;p20"/>
          <p:cNvSpPr/>
          <p:nvPr>
            <p:ph idx="2" type="pic"/>
          </p:nvPr>
        </p:nvSpPr>
        <p:spPr>
          <a:xfrm>
            <a:off x="192505" y="514350"/>
            <a:ext cx="1600200" cy="4629300"/>
          </a:xfrm>
          <a:prstGeom prst="rect">
            <a:avLst/>
          </a:prstGeom>
          <a:noFill/>
          <a:ln>
            <a:noFill/>
          </a:ln>
        </p:spPr>
      </p:sp>
      <p:sp>
        <p:nvSpPr>
          <p:cNvPr id="100" name="Google Shape;100;p20"/>
          <p:cNvSpPr/>
          <p:nvPr>
            <p:ph idx="3" type="pic"/>
          </p:nvPr>
        </p:nvSpPr>
        <p:spPr>
          <a:xfrm>
            <a:off x="1997242" y="0"/>
            <a:ext cx="1600200" cy="4629300"/>
          </a:xfrm>
          <a:prstGeom prst="rect">
            <a:avLst/>
          </a:prstGeom>
          <a:noFill/>
          <a:ln>
            <a:noFill/>
          </a:ln>
        </p:spPr>
      </p:sp>
      <p:sp>
        <p:nvSpPr>
          <p:cNvPr id="101" name="Google Shape;101;p20"/>
          <p:cNvSpPr/>
          <p:nvPr>
            <p:ph idx="4" type="pic"/>
          </p:nvPr>
        </p:nvSpPr>
        <p:spPr>
          <a:xfrm>
            <a:off x="3801980" y="514350"/>
            <a:ext cx="1600200" cy="4629300"/>
          </a:xfrm>
          <a:prstGeom prst="rect">
            <a:avLst/>
          </a:prstGeom>
          <a:noFill/>
          <a:ln>
            <a:noFill/>
          </a:ln>
        </p:spPr>
      </p:sp>
      <p:sp>
        <p:nvSpPr>
          <p:cNvPr id="102" name="Google Shape;102;p20"/>
          <p:cNvSpPr/>
          <p:nvPr>
            <p:ph idx="5" type="pic"/>
          </p:nvPr>
        </p:nvSpPr>
        <p:spPr>
          <a:xfrm>
            <a:off x="5606716" y="0"/>
            <a:ext cx="1600200" cy="4629300"/>
          </a:xfrm>
          <a:prstGeom prst="rect">
            <a:avLst/>
          </a:prstGeom>
          <a:noFill/>
          <a:ln>
            <a:noFill/>
          </a:ln>
        </p:spPr>
      </p:sp>
      <p:sp>
        <p:nvSpPr>
          <p:cNvPr id="103" name="Google Shape;103;p20"/>
          <p:cNvSpPr/>
          <p:nvPr>
            <p:ph idx="6" type="pic"/>
          </p:nvPr>
        </p:nvSpPr>
        <p:spPr>
          <a:xfrm>
            <a:off x="7411453" y="514350"/>
            <a:ext cx="1600200" cy="4629300"/>
          </a:xfrm>
          <a:prstGeom prst="rect">
            <a:avLst/>
          </a:prstGeom>
          <a:noFill/>
          <a:ln>
            <a:noFill/>
          </a:ln>
        </p:spPr>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2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Cover Page 1">
  <p:cSld name="1_Cover Page">
    <p:spTree>
      <p:nvGrpSpPr>
        <p:cNvPr id="104" name="Shape 104"/>
        <p:cNvGrpSpPr/>
        <p:nvPr/>
      </p:nvGrpSpPr>
      <p:grpSpPr>
        <a:xfrm>
          <a:off x="0" y="0"/>
          <a:ext cx="0" cy="0"/>
          <a:chOff x="0" y="0"/>
          <a:chExt cx="0" cy="0"/>
        </a:xfrm>
      </p:grpSpPr>
      <p:sp>
        <p:nvSpPr>
          <p:cNvPr id="105" name="Google Shape;105;p21"/>
          <p:cNvSpPr/>
          <p:nvPr/>
        </p:nvSpPr>
        <p:spPr>
          <a:xfrm>
            <a:off x="-53437" y="3390300"/>
            <a:ext cx="9197400" cy="1753200"/>
          </a:xfrm>
          <a:prstGeom prst="rect">
            <a:avLst/>
          </a:prstGeom>
          <a:solidFill>
            <a:srgbClr val="FFFFFF"/>
          </a:solidFill>
          <a:ln>
            <a:noFill/>
          </a:ln>
        </p:spPr>
        <p:txBody>
          <a:bodyPr anchorCtr="0" anchor="ctr" bIns="34275" lIns="34275" spcFirstLastPara="1" rIns="34275" wrap="square" tIns="34275">
            <a:noAutofit/>
          </a:bodyPr>
          <a:lstStyle/>
          <a:p>
            <a:pPr indent="0" lvl="0" marL="0" marR="0" rtl="0" algn="l">
              <a:lnSpc>
                <a:spcPct val="100000"/>
              </a:lnSpc>
              <a:spcBef>
                <a:spcPts val="0"/>
              </a:spcBef>
              <a:spcAft>
                <a:spcPts val="0"/>
              </a:spcAft>
              <a:buClr>
                <a:srgbClr val="000000"/>
              </a:buClr>
              <a:buSzPts val="1100"/>
              <a:buFont typeface="Arial"/>
              <a:buNone/>
            </a:pPr>
            <a:r>
              <a:t/>
            </a:r>
            <a:endParaRPr b="0" i="0" sz="1400" u="none" cap="none" strike="noStrike">
              <a:solidFill>
                <a:srgbClr val="000000"/>
              </a:solidFill>
              <a:latin typeface="Arial"/>
              <a:ea typeface="Arial"/>
              <a:cs typeface="Arial"/>
              <a:sym typeface="Arial"/>
            </a:endParaRPr>
          </a:p>
        </p:txBody>
      </p:sp>
      <p:pic>
        <p:nvPicPr>
          <p:cNvPr id="106" name="Google Shape;106;p21"/>
          <p:cNvPicPr preferRelativeResize="0"/>
          <p:nvPr/>
        </p:nvPicPr>
        <p:blipFill rotWithShape="1">
          <a:blip r:embed="rId2">
            <a:alphaModFix/>
          </a:blip>
          <a:srcRect b="13732" l="0" r="-563" t="43844"/>
          <a:stretch/>
        </p:blipFill>
        <p:spPr>
          <a:xfrm>
            <a:off x="-53437" y="-70462"/>
            <a:ext cx="9250875" cy="3460759"/>
          </a:xfrm>
          <a:prstGeom prst="rect">
            <a:avLst/>
          </a:prstGeom>
          <a:noFill/>
          <a:ln>
            <a:noFill/>
          </a:ln>
        </p:spPr>
      </p:pic>
      <p:sp>
        <p:nvSpPr>
          <p:cNvPr id="107" name="Google Shape;107;p21"/>
          <p:cNvSpPr txBox="1"/>
          <p:nvPr>
            <p:ph type="title"/>
          </p:nvPr>
        </p:nvSpPr>
        <p:spPr>
          <a:xfrm>
            <a:off x="493923" y="976378"/>
            <a:ext cx="8005800" cy="1824300"/>
          </a:xfrm>
          <a:prstGeom prst="rect">
            <a:avLst/>
          </a:prstGeom>
          <a:noFill/>
          <a:ln>
            <a:noFill/>
          </a:ln>
        </p:spPr>
        <p:txBody>
          <a:bodyPr anchorCtr="0" anchor="ctr" bIns="25700" lIns="25700" spcFirstLastPara="1" rIns="25700" wrap="square" tIns="25700">
            <a:normAutofit/>
          </a:bodyPr>
          <a:lstStyle>
            <a:lvl1pPr lvl="0" marR="0" algn="l">
              <a:lnSpc>
                <a:spcPct val="90000"/>
              </a:lnSpc>
              <a:spcBef>
                <a:spcPts val="0"/>
              </a:spcBef>
              <a:spcAft>
                <a:spcPts val="0"/>
              </a:spcAft>
              <a:buClr>
                <a:srgbClr val="FFFFFF"/>
              </a:buClr>
              <a:buSzPts val="2700"/>
              <a:buFont typeface="Playfair Display"/>
              <a:buNone/>
              <a:defRPr i="0" sz="3600" u="none" cap="none" strike="noStrike">
                <a:solidFill>
                  <a:srgbClr val="FFFFFF"/>
                </a:solidFill>
                <a:latin typeface="Playfair Display"/>
                <a:ea typeface="Playfair Display"/>
                <a:cs typeface="Playfair Display"/>
                <a:sym typeface="Playfair Display"/>
              </a:defRPr>
            </a:lvl1pPr>
            <a:lvl2pPr lvl="1" algn="l">
              <a:lnSpc>
                <a:spcPct val="100000"/>
              </a:lnSpc>
              <a:spcBef>
                <a:spcPts val="0"/>
              </a:spcBef>
              <a:spcAft>
                <a:spcPts val="0"/>
              </a:spcAft>
              <a:buSzPts val="500"/>
              <a:buFont typeface="Arial"/>
              <a:buNone/>
              <a:defRPr sz="700"/>
            </a:lvl2pPr>
            <a:lvl3pPr lvl="2" algn="l">
              <a:lnSpc>
                <a:spcPct val="100000"/>
              </a:lnSpc>
              <a:spcBef>
                <a:spcPts val="0"/>
              </a:spcBef>
              <a:spcAft>
                <a:spcPts val="0"/>
              </a:spcAft>
              <a:buSzPts val="500"/>
              <a:buFont typeface="Arial"/>
              <a:buNone/>
              <a:defRPr sz="700"/>
            </a:lvl3pPr>
            <a:lvl4pPr lvl="3" algn="l">
              <a:lnSpc>
                <a:spcPct val="100000"/>
              </a:lnSpc>
              <a:spcBef>
                <a:spcPts val="0"/>
              </a:spcBef>
              <a:spcAft>
                <a:spcPts val="0"/>
              </a:spcAft>
              <a:buSzPts val="500"/>
              <a:buFont typeface="Arial"/>
              <a:buNone/>
              <a:defRPr sz="700"/>
            </a:lvl4pPr>
            <a:lvl5pPr lvl="4" algn="l">
              <a:lnSpc>
                <a:spcPct val="100000"/>
              </a:lnSpc>
              <a:spcBef>
                <a:spcPts val="0"/>
              </a:spcBef>
              <a:spcAft>
                <a:spcPts val="0"/>
              </a:spcAft>
              <a:buSzPts val="500"/>
              <a:buFont typeface="Arial"/>
              <a:buNone/>
              <a:defRPr sz="700"/>
            </a:lvl5pPr>
            <a:lvl6pPr lvl="5" algn="l">
              <a:lnSpc>
                <a:spcPct val="100000"/>
              </a:lnSpc>
              <a:spcBef>
                <a:spcPts val="0"/>
              </a:spcBef>
              <a:spcAft>
                <a:spcPts val="0"/>
              </a:spcAft>
              <a:buSzPts val="500"/>
              <a:buFont typeface="Arial"/>
              <a:buNone/>
              <a:defRPr sz="700"/>
            </a:lvl6pPr>
            <a:lvl7pPr lvl="6" algn="l">
              <a:lnSpc>
                <a:spcPct val="100000"/>
              </a:lnSpc>
              <a:spcBef>
                <a:spcPts val="0"/>
              </a:spcBef>
              <a:spcAft>
                <a:spcPts val="0"/>
              </a:spcAft>
              <a:buSzPts val="500"/>
              <a:buFont typeface="Arial"/>
              <a:buNone/>
              <a:defRPr sz="700"/>
            </a:lvl7pPr>
            <a:lvl8pPr lvl="7" algn="l">
              <a:lnSpc>
                <a:spcPct val="100000"/>
              </a:lnSpc>
              <a:spcBef>
                <a:spcPts val="0"/>
              </a:spcBef>
              <a:spcAft>
                <a:spcPts val="0"/>
              </a:spcAft>
              <a:buSzPts val="500"/>
              <a:buFont typeface="Arial"/>
              <a:buNone/>
              <a:defRPr sz="700"/>
            </a:lvl8pPr>
            <a:lvl9pPr lvl="8" algn="l">
              <a:lnSpc>
                <a:spcPct val="100000"/>
              </a:lnSpc>
              <a:spcBef>
                <a:spcPts val="0"/>
              </a:spcBef>
              <a:spcAft>
                <a:spcPts val="0"/>
              </a:spcAft>
              <a:buSzPts val="500"/>
              <a:buFont typeface="Arial"/>
              <a:buNone/>
              <a:defRPr sz="700"/>
            </a:lvl9pPr>
          </a:lstStyle>
          <a:p/>
        </p:txBody>
      </p:sp>
      <p:sp>
        <p:nvSpPr>
          <p:cNvPr id="108" name="Google Shape;108;p21"/>
          <p:cNvSpPr txBox="1"/>
          <p:nvPr>
            <p:ph idx="1" type="subTitle"/>
          </p:nvPr>
        </p:nvSpPr>
        <p:spPr>
          <a:xfrm>
            <a:off x="493926" y="3549825"/>
            <a:ext cx="7661100" cy="970800"/>
          </a:xfrm>
          <a:prstGeom prst="rect">
            <a:avLst/>
          </a:prstGeom>
          <a:noFill/>
          <a:ln>
            <a:noFill/>
          </a:ln>
        </p:spPr>
        <p:txBody>
          <a:bodyPr anchorCtr="0" anchor="t" bIns="68575" lIns="68575" spcFirstLastPara="1" rIns="68575" wrap="square" tIns="68575">
            <a:normAutofit/>
          </a:bodyPr>
          <a:lstStyle>
            <a:lvl1pPr lvl="0" algn="l">
              <a:lnSpc>
                <a:spcPct val="115000"/>
              </a:lnSpc>
              <a:spcBef>
                <a:spcPts val="0"/>
              </a:spcBef>
              <a:spcAft>
                <a:spcPts val="0"/>
              </a:spcAft>
              <a:buClr>
                <a:schemeClr val="dk1"/>
              </a:buClr>
              <a:buSzPts val="1400"/>
              <a:buNone/>
              <a:defRPr>
                <a:solidFill>
                  <a:schemeClr val="dk1"/>
                </a:solidFill>
              </a:defRPr>
            </a:lvl1pPr>
            <a:lvl2pPr lvl="1" algn="l">
              <a:lnSpc>
                <a:spcPct val="115000"/>
              </a:lnSpc>
              <a:spcBef>
                <a:spcPts val="1200"/>
              </a:spcBef>
              <a:spcAft>
                <a:spcPts val="0"/>
              </a:spcAft>
              <a:buClr>
                <a:schemeClr val="dk1"/>
              </a:buClr>
              <a:buSzPts val="1100"/>
              <a:buNone/>
              <a:defRPr/>
            </a:lvl2pPr>
            <a:lvl3pPr lvl="2" algn="l">
              <a:lnSpc>
                <a:spcPct val="115000"/>
              </a:lnSpc>
              <a:spcBef>
                <a:spcPts val="1200"/>
              </a:spcBef>
              <a:spcAft>
                <a:spcPts val="0"/>
              </a:spcAft>
              <a:buClr>
                <a:schemeClr val="dk1"/>
              </a:buClr>
              <a:buSzPts val="1100"/>
              <a:buNone/>
              <a:defRPr/>
            </a:lvl3pPr>
            <a:lvl4pPr lvl="3" algn="l">
              <a:lnSpc>
                <a:spcPct val="115000"/>
              </a:lnSpc>
              <a:spcBef>
                <a:spcPts val="1200"/>
              </a:spcBef>
              <a:spcAft>
                <a:spcPts val="0"/>
              </a:spcAft>
              <a:buClr>
                <a:schemeClr val="dk1"/>
              </a:buClr>
              <a:buSzPts val="1100"/>
              <a:buNone/>
              <a:defRPr/>
            </a:lvl4pPr>
            <a:lvl5pPr lvl="4" algn="l">
              <a:lnSpc>
                <a:spcPct val="115000"/>
              </a:lnSpc>
              <a:spcBef>
                <a:spcPts val="1200"/>
              </a:spcBef>
              <a:spcAft>
                <a:spcPts val="0"/>
              </a:spcAft>
              <a:buClr>
                <a:schemeClr val="dk1"/>
              </a:buClr>
              <a:buSzPts val="1100"/>
              <a:buNone/>
              <a:defRPr/>
            </a:lvl5pPr>
            <a:lvl6pPr lvl="5" algn="l">
              <a:lnSpc>
                <a:spcPct val="115000"/>
              </a:lnSpc>
              <a:spcBef>
                <a:spcPts val="1200"/>
              </a:spcBef>
              <a:spcAft>
                <a:spcPts val="0"/>
              </a:spcAft>
              <a:buClr>
                <a:schemeClr val="dk1"/>
              </a:buClr>
              <a:buSzPts val="1100"/>
              <a:buNone/>
              <a:defRPr/>
            </a:lvl6pPr>
            <a:lvl7pPr lvl="6" algn="l">
              <a:lnSpc>
                <a:spcPct val="115000"/>
              </a:lnSpc>
              <a:spcBef>
                <a:spcPts val="1200"/>
              </a:spcBef>
              <a:spcAft>
                <a:spcPts val="0"/>
              </a:spcAft>
              <a:buClr>
                <a:schemeClr val="dk1"/>
              </a:buClr>
              <a:buSzPts val="1100"/>
              <a:buNone/>
              <a:defRPr/>
            </a:lvl7pPr>
            <a:lvl8pPr lvl="7" algn="l">
              <a:lnSpc>
                <a:spcPct val="115000"/>
              </a:lnSpc>
              <a:spcBef>
                <a:spcPts val="1200"/>
              </a:spcBef>
              <a:spcAft>
                <a:spcPts val="0"/>
              </a:spcAft>
              <a:buClr>
                <a:schemeClr val="dk1"/>
              </a:buClr>
              <a:buSzPts val="1100"/>
              <a:buNone/>
              <a:defRPr/>
            </a:lvl8pPr>
            <a:lvl9pPr lvl="8" algn="l">
              <a:lnSpc>
                <a:spcPct val="115000"/>
              </a:lnSpc>
              <a:spcBef>
                <a:spcPts val="1200"/>
              </a:spcBef>
              <a:spcAft>
                <a:spcPts val="1200"/>
              </a:spcAft>
              <a:buClr>
                <a:schemeClr val="dk1"/>
              </a:buClr>
              <a:buSzPts val="1100"/>
              <a:buNone/>
              <a:defRPr/>
            </a:lvl9pPr>
          </a:lstStyle>
          <a:p/>
        </p:txBody>
      </p:sp>
      <p:sp>
        <p:nvSpPr>
          <p:cNvPr id="109" name="Google Shape;109;p21"/>
          <p:cNvSpPr txBox="1"/>
          <p:nvPr>
            <p:ph idx="2" type="subTitle"/>
          </p:nvPr>
        </p:nvSpPr>
        <p:spPr>
          <a:xfrm>
            <a:off x="493923" y="4079316"/>
            <a:ext cx="7327800" cy="2987100"/>
          </a:xfrm>
          <a:prstGeom prst="rect">
            <a:avLst/>
          </a:prstGeom>
          <a:noFill/>
          <a:ln>
            <a:noFill/>
          </a:ln>
        </p:spPr>
        <p:txBody>
          <a:bodyPr anchorCtr="0" anchor="t" bIns="68575" lIns="68575" spcFirstLastPara="1" rIns="68575" wrap="square" tIns="68575">
            <a:normAutofit/>
          </a:bodyPr>
          <a:lstStyle>
            <a:lvl1pPr lvl="0" algn="l">
              <a:lnSpc>
                <a:spcPct val="115000"/>
              </a:lnSpc>
              <a:spcBef>
                <a:spcPts val="0"/>
              </a:spcBef>
              <a:spcAft>
                <a:spcPts val="0"/>
              </a:spcAft>
              <a:buClr>
                <a:schemeClr val="dk1"/>
              </a:buClr>
              <a:buSzPts val="1400"/>
              <a:buNone/>
              <a:defRPr sz="1800"/>
            </a:lvl1pPr>
            <a:lvl2pPr lvl="1" algn="l">
              <a:lnSpc>
                <a:spcPct val="115000"/>
              </a:lnSpc>
              <a:spcBef>
                <a:spcPts val="1200"/>
              </a:spcBef>
              <a:spcAft>
                <a:spcPts val="0"/>
              </a:spcAft>
              <a:buClr>
                <a:schemeClr val="dk1"/>
              </a:buClr>
              <a:buSzPts val="1100"/>
              <a:buNone/>
              <a:defRPr/>
            </a:lvl2pPr>
            <a:lvl3pPr lvl="2" algn="l">
              <a:lnSpc>
                <a:spcPct val="115000"/>
              </a:lnSpc>
              <a:spcBef>
                <a:spcPts val="1200"/>
              </a:spcBef>
              <a:spcAft>
                <a:spcPts val="0"/>
              </a:spcAft>
              <a:buClr>
                <a:schemeClr val="dk1"/>
              </a:buClr>
              <a:buSzPts val="1100"/>
              <a:buNone/>
              <a:defRPr/>
            </a:lvl3pPr>
            <a:lvl4pPr lvl="3" algn="l">
              <a:lnSpc>
                <a:spcPct val="115000"/>
              </a:lnSpc>
              <a:spcBef>
                <a:spcPts val="1200"/>
              </a:spcBef>
              <a:spcAft>
                <a:spcPts val="0"/>
              </a:spcAft>
              <a:buClr>
                <a:schemeClr val="dk1"/>
              </a:buClr>
              <a:buSzPts val="1100"/>
              <a:buNone/>
              <a:defRPr/>
            </a:lvl4pPr>
            <a:lvl5pPr lvl="4" algn="l">
              <a:lnSpc>
                <a:spcPct val="115000"/>
              </a:lnSpc>
              <a:spcBef>
                <a:spcPts val="1200"/>
              </a:spcBef>
              <a:spcAft>
                <a:spcPts val="0"/>
              </a:spcAft>
              <a:buClr>
                <a:schemeClr val="dk1"/>
              </a:buClr>
              <a:buSzPts val="1100"/>
              <a:buNone/>
              <a:defRPr/>
            </a:lvl5pPr>
            <a:lvl6pPr lvl="5" algn="l">
              <a:lnSpc>
                <a:spcPct val="115000"/>
              </a:lnSpc>
              <a:spcBef>
                <a:spcPts val="1200"/>
              </a:spcBef>
              <a:spcAft>
                <a:spcPts val="0"/>
              </a:spcAft>
              <a:buClr>
                <a:schemeClr val="dk1"/>
              </a:buClr>
              <a:buSzPts val="1100"/>
              <a:buNone/>
              <a:defRPr/>
            </a:lvl6pPr>
            <a:lvl7pPr lvl="6" algn="l">
              <a:lnSpc>
                <a:spcPct val="115000"/>
              </a:lnSpc>
              <a:spcBef>
                <a:spcPts val="1200"/>
              </a:spcBef>
              <a:spcAft>
                <a:spcPts val="0"/>
              </a:spcAft>
              <a:buClr>
                <a:schemeClr val="dk1"/>
              </a:buClr>
              <a:buSzPts val="1100"/>
              <a:buNone/>
              <a:defRPr/>
            </a:lvl7pPr>
            <a:lvl8pPr lvl="7" algn="l">
              <a:lnSpc>
                <a:spcPct val="115000"/>
              </a:lnSpc>
              <a:spcBef>
                <a:spcPts val="1200"/>
              </a:spcBef>
              <a:spcAft>
                <a:spcPts val="0"/>
              </a:spcAft>
              <a:buClr>
                <a:schemeClr val="dk1"/>
              </a:buClr>
              <a:buSzPts val="1100"/>
              <a:buNone/>
              <a:defRPr/>
            </a:lvl8pPr>
            <a:lvl9pPr lvl="8" algn="l">
              <a:lnSpc>
                <a:spcPct val="115000"/>
              </a:lnSpc>
              <a:spcBef>
                <a:spcPts val="1200"/>
              </a:spcBef>
              <a:spcAft>
                <a:spcPts val="1200"/>
              </a:spcAft>
              <a:buClr>
                <a:schemeClr val="dk1"/>
              </a:buClr>
              <a:buSzPts val="1100"/>
              <a:buNone/>
              <a:defRPr/>
            </a:lvl9pPr>
          </a:lstStyle>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image" Target="../media/image6.jpg"/><Relationship Id="rId2" Type="http://schemas.openxmlformats.org/officeDocument/2006/relationships/slideLayout" Target="../slideLayouts/slideLayout1.xml"/><Relationship Id="rId3" Type="http://schemas.openxmlformats.org/officeDocument/2006/relationships/slideLayout" Target="../slideLayouts/slideLayout2.xml"/><Relationship Id="rId4" Type="http://schemas.openxmlformats.org/officeDocument/2006/relationships/slideLayout" Target="../slideLayouts/slideLayout3.xml"/><Relationship Id="rId5" Type="http://schemas.openxmlformats.org/officeDocument/2006/relationships/slideLayout" Target="../slideLayouts/slideLayout4.xml"/><Relationship Id="rId6" Type="http://schemas.openxmlformats.org/officeDocument/2006/relationships/slideLayout" Target="../slideLayouts/slideLayout5.xml"/><Relationship Id="rId7" Type="http://schemas.openxmlformats.org/officeDocument/2006/relationships/slideLayout" Target="../slideLayouts/slideLayout6.xml"/><Relationship Id="rId8" Type="http://schemas.openxmlformats.org/officeDocument/2006/relationships/slideLayout" Target="../slideLayouts/slideLayout7.xml"/><Relationship Id="rId9" Type="http://schemas.openxmlformats.org/officeDocument/2006/relationships/slideLayout" Target="../slideLayouts/slideLayout8.xml"/><Relationship Id="rId10" Type="http://schemas.openxmlformats.org/officeDocument/2006/relationships/slideLayout" Target="../slideLayouts/slideLayout9.xml"/><Relationship Id="rId11" Type="http://schemas.openxmlformats.org/officeDocument/2006/relationships/slideLayout" Target="../slideLayouts/slideLayout10.xml"/><Relationship Id="rId12" Type="http://schemas.openxmlformats.org/officeDocument/2006/relationships/slideLayout" Target="../slideLayouts/slideLayout11.xml"/><Relationship Id="rId13" Type="http://schemas.openxmlformats.org/officeDocument/2006/relationships/slideLayout" Target="../slideLayouts/slideLayout12.xml"/><Relationship Id="rId14" Type="http://schemas.openxmlformats.org/officeDocument/2006/relationships/slideLayout" Target="../slideLayouts/slideLayout13.xml"/><Relationship Id="rId15" Type="http://schemas.openxmlformats.org/officeDocument/2006/relationships/slideLayout" Target="../slideLayouts/slideLayout14.xml"/><Relationship Id="rId16" Type="http://schemas.openxmlformats.org/officeDocument/2006/relationships/slideLayout" Target="../slideLayouts/slideLayout15.xml"/><Relationship Id="rId17" Type="http://schemas.openxmlformats.org/officeDocument/2006/relationships/slideLayout" Target="../slideLayouts/slideLayout16.xml"/><Relationship Id="rId18" Type="http://schemas.openxmlformats.org/officeDocument/2006/relationships/slideLayout" Target="../slideLayouts/slideLayout17.xml"/><Relationship Id="rId19" Type="http://schemas.openxmlformats.org/officeDocument/2006/relationships/slideLayout" Target="../slideLayouts/slideLayout18.xml"/><Relationship Id="rId20" Type="http://schemas.openxmlformats.org/officeDocument/2006/relationships/slideLayout" Target="../slideLayouts/slideLayout19.xml"/><Relationship Id="rId21" Type="http://schemas.openxmlformats.org/officeDocument/2006/relationships/slideLayout" Target="../slideLayouts/slideLayout20.xml"/><Relationship Id="rId22" Type="http://schemas.openxmlformats.org/officeDocument/2006/relationships/theme" Target="../theme/theme2.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509521" y="406950"/>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7" name="Google Shape;7;p1"/>
          <p:cNvSpPr txBox="1"/>
          <p:nvPr>
            <p:ph idx="1" type="body"/>
          </p:nvPr>
        </p:nvSpPr>
        <p:spPr>
          <a:xfrm>
            <a:off x="509577" y="1401113"/>
            <a:ext cx="80058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90000"/>
              </a:lnSpc>
              <a:spcBef>
                <a:spcPts val="700"/>
              </a:spcBef>
              <a:spcAft>
                <a:spcPts val="0"/>
              </a:spcAft>
              <a:buClr>
                <a:schemeClr val="dk2"/>
              </a:buClr>
              <a:buSzPts val="2200"/>
              <a:buFont typeface="Roboto"/>
              <a:buNone/>
              <a:defRPr i="0" sz="2200" u="none" cap="none" strike="noStrike">
                <a:solidFill>
                  <a:schemeClr val="dk2"/>
                </a:solidFill>
                <a:latin typeface="Roboto"/>
                <a:ea typeface="Roboto"/>
                <a:cs typeface="Roboto"/>
                <a:sym typeface="Roboto"/>
              </a:defRPr>
            </a:lvl1pPr>
            <a:lvl2pPr indent="-228600" lvl="1" marL="914400" marR="0" algn="l">
              <a:lnSpc>
                <a:spcPct val="90000"/>
              </a:lnSpc>
              <a:spcBef>
                <a:spcPts val="400"/>
              </a:spcBef>
              <a:spcAft>
                <a:spcPts val="0"/>
              </a:spcAft>
              <a:buClr>
                <a:schemeClr val="dk2"/>
              </a:buClr>
              <a:buSzPts val="1800"/>
              <a:buFont typeface="Roboto"/>
              <a:buNone/>
              <a:defRPr i="0" sz="1800" u="none" cap="none" strike="noStrike">
                <a:solidFill>
                  <a:schemeClr val="dk2"/>
                </a:solidFill>
                <a:latin typeface="Roboto"/>
                <a:ea typeface="Roboto"/>
                <a:cs typeface="Roboto"/>
                <a:sym typeface="Roboto"/>
              </a:defRPr>
            </a:lvl2pPr>
            <a:lvl3pPr indent="-228600" lvl="2" marL="1371600" marR="0" algn="l">
              <a:lnSpc>
                <a:spcPct val="90000"/>
              </a:lnSpc>
              <a:spcBef>
                <a:spcPts val="400"/>
              </a:spcBef>
              <a:spcAft>
                <a:spcPts val="0"/>
              </a:spcAft>
              <a:buClr>
                <a:schemeClr val="dk2"/>
              </a:buClr>
              <a:buSzPts val="1500"/>
              <a:buFont typeface="Roboto"/>
              <a:buNone/>
              <a:defRPr i="0" sz="1500" u="none" cap="none" strike="noStrike">
                <a:solidFill>
                  <a:schemeClr val="dk2"/>
                </a:solidFill>
                <a:latin typeface="Roboto"/>
                <a:ea typeface="Roboto"/>
                <a:cs typeface="Roboto"/>
                <a:sym typeface="Roboto"/>
              </a:defRPr>
            </a:lvl3pPr>
            <a:lvl4pPr indent="-228600" lvl="3" marL="1828800" marR="0" algn="l">
              <a:lnSpc>
                <a:spcPct val="90000"/>
              </a:lnSpc>
              <a:spcBef>
                <a:spcPts val="400"/>
              </a:spcBef>
              <a:spcAft>
                <a:spcPts val="0"/>
              </a:spcAft>
              <a:buClr>
                <a:schemeClr val="dk2"/>
              </a:buClr>
              <a:buSzPts val="1300"/>
              <a:buFont typeface="Roboto"/>
              <a:buNone/>
              <a:defRPr i="0" sz="1300" u="none" cap="none" strike="noStrike">
                <a:solidFill>
                  <a:schemeClr val="dk2"/>
                </a:solidFill>
                <a:latin typeface="Roboto"/>
                <a:ea typeface="Roboto"/>
                <a:cs typeface="Roboto"/>
                <a:sym typeface="Roboto"/>
              </a:defRPr>
            </a:lvl4pPr>
            <a:lvl5pPr indent="-228600" lvl="4" marL="2286000" marR="0" algn="l">
              <a:lnSpc>
                <a:spcPct val="90000"/>
              </a:lnSpc>
              <a:spcBef>
                <a:spcPts val="400"/>
              </a:spcBef>
              <a:spcAft>
                <a:spcPts val="0"/>
              </a:spcAft>
              <a:buClr>
                <a:schemeClr val="dk2"/>
              </a:buClr>
              <a:buSzPts val="1100"/>
              <a:buFont typeface="Roboto"/>
              <a:buNone/>
              <a:defRPr i="0" sz="1100" u="none" cap="none" strike="noStrike">
                <a:solidFill>
                  <a:schemeClr val="dk2"/>
                </a:solidFill>
                <a:latin typeface="Roboto"/>
                <a:ea typeface="Roboto"/>
                <a:cs typeface="Roboto"/>
                <a:sym typeface="Roboto"/>
              </a:defRPr>
            </a:lvl5pPr>
            <a:lvl6pPr indent="-285750" lvl="5" marL="2743200" marR="0" algn="l">
              <a:lnSpc>
                <a:spcPct val="90000"/>
              </a:lnSpc>
              <a:spcBef>
                <a:spcPts val="400"/>
              </a:spcBef>
              <a:spcAft>
                <a:spcPts val="0"/>
              </a:spcAft>
              <a:buClr>
                <a:schemeClr val="dk1"/>
              </a:buClr>
              <a:buSzPts val="900"/>
              <a:buFont typeface="Roboto"/>
              <a:buChar char="•"/>
              <a:defRPr i="0" sz="900" u="none" cap="none" strike="noStrike">
                <a:solidFill>
                  <a:schemeClr val="dk1"/>
                </a:solidFill>
                <a:latin typeface="Roboto"/>
                <a:ea typeface="Roboto"/>
                <a:cs typeface="Roboto"/>
                <a:sym typeface="Roboto"/>
              </a:defRPr>
            </a:lvl6pPr>
            <a:lvl7pPr indent="-273050" lvl="6" marL="3200400" marR="0" algn="l">
              <a:lnSpc>
                <a:spcPct val="90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90000"/>
              </a:lnSpc>
              <a:spcBef>
                <a:spcPts val="400"/>
              </a:spcBef>
              <a:spcAft>
                <a:spcPts val="0"/>
              </a:spcAft>
              <a:buClr>
                <a:schemeClr val="dk1"/>
              </a:buClr>
              <a:buSzPts val="500"/>
              <a:buFont typeface="Roboto"/>
              <a:buChar char="•"/>
              <a:defRPr i="0" sz="500" u="none" cap="none" strike="noStrike">
                <a:solidFill>
                  <a:schemeClr val="dk1"/>
                </a:solidFill>
                <a:latin typeface="Roboto"/>
                <a:ea typeface="Roboto"/>
                <a:cs typeface="Roboto"/>
                <a:sym typeface="Roboto"/>
              </a:defRPr>
            </a:lvl8pPr>
            <a:lvl9pPr indent="-254000" lvl="8" marL="4114800" marR="0" algn="l">
              <a:lnSpc>
                <a:spcPct val="90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pic>
        <p:nvPicPr>
          <p:cNvPr id="8" name="Google Shape;8;p1"/>
          <p:cNvPicPr preferRelativeResize="0"/>
          <p:nvPr/>
        </p:nvPicPr>
        <p:blipFill rotWithShape="1">
          <a:blip r:embed="rId1">
            <a:alphaModFix/>
          </a:blip>
          <a:srcRect b="0" l="0" r="0" t="35296"/>
          <a:stretch/>
        </p:blipFill>
        <p:spPr>
          <a:xfrm>
            <a:off x="0" y="4794384"/>
            <a:ext cx="9144000" cy="349116"/>
          </a:xfrm>
          <a:prstGeom prst="rect">
            <a:avLst/>
          </a:prstGeom>
          <a:noFill/>
          <a:ln>
            <a:noFill/>
          </a:ln>
        </p:spPr>
      </p:pic>
    </p:spTree>
  </p:cSld>
  <p:clrMap accent1="accent1" accent2="accent2" accent3="accent3" accent4="accent4" accent5="accent5" accent6="accent6" bg1="lt1" bg2="dk2" tx1="dk1" tx2="lt2" folHlink="folHlink" hlink="hlink"/>
  <p:sldLayoutIdLst>
    <p:sldLayoutId id="2147483648" r:id="rId2"/>
    <p:sldLayoutId id="2147483649" r:id="rId3"/>
    <p:sldLayoutId id="2147483650" r:id="rId4"/>
    <p:sldLayoutId id="2147483651" r:id="rId5"/>
    <p:sldLayoutId id="2147483652" r:id="rId6"/>
    <p:sldLayoutId id="2147483653" r:id="rId7"/>
    <p:sldLayoutId id="2147483654" r:id="rId8"/>
    <p:sldLayoutId id="2147483655" r:id="rId9"/>
    <p:sldLayoutId id="2147483656" r:id="rId10"/>
    <p:sldLayoutId id="2147483657" r:id="rId11"/>
    <p:sldLayoutId id="2147483658" r:id="rId12"/>
    <p:sldLayoutId id="2147483659" r:id="rId13"/>
    <p:sldLayoutId id="2147483660" r:id="rId14"/>
    <p:sldLayoutId id="2147483661" r:id="rId15"/>
    <p:sldLayoutId id="2147483662" r:id="rId16"/>
    <p:sldLayoutId id="2147483663" r:id="rId17"/>
    <p:sldLayoutId id="2147483664" r:id="rId18"/>
    <p:sldLayoutId id="2147483665" r:id="rId19"/>
    <p:sldLayoutId id="2147483666" r:id="rId20"/>
    <p:sldLayoutId id="2147483667" r:id="rId21"/>
  </p:sldLayoutIdLst>
  <mc:AlternateContent>
    <mc:Choice Requires="p14">
      <p:transition spd="slow" p14:dur="700">
        <p:fade/>
      </p:transition>
    </mc:Choice>
    <mc:Fallback>
      <p:transition spd="slow">
        <p:fade/>
      </p:transition>
    </mc:Fallback>
  </mc:AlternateConten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2.jp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xml"/><Relationship Id="rId3" Type="http://schemas.openxmlformats.org/officeDocument/2006/relationships/image" Target="../media/image3.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3.xml"/><Relationship Id="rId3" Type="http://schemas.openxmlformats.org/officeDocument/2006/relationships/image" Target="../media/image4.jp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4.xml"/><Relationship Id="rId3" Type="http://schemas.openxmlformats.org/officeDocument/2006/relationships/image" Target="../media/image5.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5.xml"/><Relationship Id="rId3" Type="http://schemas.openxmlformats.org/officeDocument/2006/relationships/image" Target="../media/image7.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6.xml"/><Relationship Id="rId3" Type="http://schemas.openxmlformats.org/officeDocument/2006/relationships/image" Target="../media/image9.jp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7.xml"/><Relationship Id="rId3" Type="http://schemas.openxmlformats.org/officeDocument/2006/relationships/image" Target="../media/image10.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8.xml"/><Relationship Id="rId3" Type="http://schemas.openxmlformats.org/officeDocument/2006/relationships/image" Target="../media/image1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9.xml"/><Relationship Id="rId3" Type="http://schemas.openxmlformats.org/officeDocument/2006/relationships/image" Target="../media/image12.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0.xml"/><Relationship Id="rId3" Type="http://schemas.openxmlformats.org/officeDocument/2006/relationships/image" Target="../media/image13.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1.xml"/><Relationship Id="rId3" Type="http://schemas.openxmlformats.org/officeDocument/2006/relationships/image" Target="../media/image14.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2.xml"/><Relationship Id="rId3" Type="http://schemas.openxmlformats.org/officeDocument/2006/relationships/image" Target="../media/image15.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3.xml"/><Relationship Id="rId3" Type="http://schemas.openxmlformats.org/officeDocument/2006/relationships/image" Target="../media/image16.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4.xml"/><Relationship Id="rId3" Type="http://schemas.openxmlformats.org/officeDocument/2006/relationships/image" Target="../media/image17.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5.xml"/><Relationship Id="rId3" Type="http://schemas.openxmlformats.org/officeDocument/2006/relationships/image" Target="../media/image18.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6.xml"/><Relationship Id="rId3" Type="http://schemas.openxmlformats.org/officeDocument/2006/relationships/image" Target="../media/image19.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7.xml"/><Relationship Id="rId3" Type="http://schemas.openxmlformats.org/officeDocument/2006/relationships/image" Target="../media/image20.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8.xml"/><Relationship Id="rId3" Type="http://schemas.openxmlformats.org/officeDocument/2006/relationships/image" Target="../media/image21.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9.xml"/><Relationship Id="rId3" Type="http://schemas.openxmlformats.org/officeDocument/2006/relationships/image" Target="../media/image22.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0.xml"/><Relationship Id="rId3" Type="http://schemas.openxmlformats.org/officeDocument/2006/relationships/image" Target="../media/image30.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1.xml"/><Relationship Id="rId3" Type="http://schemas.openxmlformats.org/officeDocument/2006/relationships/image" Target="../media/image31.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2.xml"/><Relationship Id="rId3" Type="http://schemas.openxmlformats.org/officeDocument/2006/relationships/image" Target="../media/image32.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3.xml"/><Relationship Id="rId3" Type="http://schemas.openxmlformats.org/officeDocument/2006/relationships/image" Target="../media/image33.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4.xml"/><Relationship Id="rId3" Type="http://schemas.openxmlformats.org/officeDocument/2006/relationships/image" Target="../media/image34.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5.xml"/><Relationship Id="rId3" Type="http://schemas.openxmlformats.org/officeDocument/2006/relationships/image" Target="../media/image35.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6.xml"/><Relationship Id="rId3" Type="http://schemas.openxmlformats.org/officeDocument/2006/relationships/image" Target="../media/image36.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7.xml"/><Relationship Id="rId3" Type="http://schemas.openxmlformats.org/officeDocument/2006/relationships/image" Target="../media/image37.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8.xml"/><Relationship Id="rId3" Type="http://schemas.openxmlformats.org/officeDocument/2006/relationships/image" Target="../media/image38.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image" Target="../media/image39.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9.xml"/><Relationship Id="rId3" Type="http://schemas.openxmlformats.org/officeDocument/2006/relationships/image" Target="../media/image40.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30.xml"/><Relationship Id="rId3" Type="http://schemas.openxmlformats.org/officeDocument/2006/relationships/image" Target="../media/image41.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31.xml"/><Relationship Id="rId3" Type="http://schemas.openxmlformats.org/officeDocument/2006/relationships/image" Target="../media/image42.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32.xml"/><Relationship Id="rId3" Type="http://schemas.openxmlformats.org/officeDocument/2006/relationships/image" Target="../media/image43.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lstStyle/>
          <a:p>
            <a:pPr marL="0" indent="0">
              <a:buNone/>
            </a:pPr>
            <a:r>
              <a:t>CSCI 3495</a:t>
            </a:r>
          </a:p>
          <a:p>
            <a:pPr marL="0" indent="0">
              <a:buNone/>
            </a:pPr>
            <a:r>
              <a:t>Text Classification</a:t>
            </a:r>
          </a:p>
        </p:txBody>
      </p:sp>
      <p:sp>
        <p:nvSpPr>
          <p:cNvPr id="3" name="Subtitle 2"/>
          <p:cNvSpPr>
            <a:spLocks noGrp="1"/>
          </p:cNvSpPr>
          <p:nvPr>
            <p:ph type="subTitle" idx="1"/>
          </p:nvPr>
        </p:nvSpPr>
        <p:spPr>
          <a:xfrm>
            <a:off x="493926" y="3549825"/>
            <a:ext cx="6080610" cy="970800"/>
          </a:xfrm>
        </p:spPr>
        <p:txBody>
          <a:bodyPr wrap="square"/>
          <a:lstStyle/>
          <a:p>
            <a:pPr marL="0" indent="0">
              <a:buNone/>
            </a:pPr>
            <a:r>
              <a:t>Natural Language Processing &amp; Large Language Models</a:t>
            </a:r>
          </a:p>
          <a:p>
            <a:pPr marL="0" indent="0">
              <a:buNone/>
            </a:pPr>
            <a:r>
              <a:t>Week 2, Class 2  ·  Wed Sep 2, 2026</a:t>
            </a:r>
          </a:p>
        </p:txBody>
      </p:sp>
      <p:pic>
        <p:nvPicPr>
          <p:cNvPr id="5" name="Picture 4" descr="Text Classification"/>
          <p:cNvPicPr>
            <a:picLocks noChangeAspect="1"/>
          </p:cNvPicPr>
          <p:nvPr/>
        </p:nvPicPr>
        <p:blipFill>
          <a:blip r:embed="rId3"/>
          <a:stretch>
            <a:fillRect/>
          </a:stretch>
        </p:blipFill>
        <p:spPr>
          <a:xfrm>
            <a:off x="6803136" y="3474720"/>
            <a:ext cx="1975104" cy="1481328"/>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777777"/>
                </a:solidFill>
              </a:defRPr>
            </a:pPr>
            <a:r>
              <a:t>Source: Arnold Gatilao, CC BY 2.0, Wikimedia Commons (SPAM Shrine.jpg)</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Today</a:t>
            </a:r>
          </a:p>
        </p:txBody>
      </p:sp>
      <p:pic>
        <p:nvPicPr>
          <p:cNvPr id="5" name="Picture 4" descr="Today"/>
          <p:cNvPicPr>
            <a:picLocks noChangeAspect="1"/>
          </p:cNvPicPr>
          <p:nvPr/>
        </p:nvPicPr>
        <p:blipFill>
          <a:blip r:embed="rId3"/>
          <a:stretch>
            <a:fillRect/>
          </a:stretch>
        </p:blipFill>
        <p:spPr>
          <a:xfrm>
            <a:off x="952305" y="1078992"/>
            <a:ext cx="7239390" cy="358902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deck figures; SLP3 Fig. 4.3 (Jurafsky &amp; Martin); photo: Unsplash License</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Every inbox is a classifier at work</a:t>
            </a:r>
          </a:p>
        </p:txBody>
      </p:sp>
      <p:pic>
        <p:nvPicPr>
          <p:cNvPr id="5" name="Picture 4" descr="Every inbox is a classifier at work"/>
          <p:cNvPicPr>
            <a:picLocks noChangeAspect="1"/>
          </p:cNvPicPr>
          <p:nvPr/>
        </p:nvPicPr>
        <p:blipFill>
          <a:blip r:embed="rId3"/>
          <a:stretch>
            <a:fillRect/>
          </a:stretch>
        </p:blipFill>
        <p:spPr>
          <a:xfrm>
            <a:off x="1883596" y="1078992"/>
            <a:ext cx="5376808" cy="358902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Unsplash License, https://images.unsplash.com/photo-1450101499163-c8848c66ca85</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The task</a:t>
            </a:r>
          </a:p>
        </p:txBody>
      </p:sp>
      <p:pic>
        <p:nvPicPr>
          <p:cNvPr id="5" name="Picture 4" descr="The task"/>
          <p:cNvPicPr>
            <a:picLocks noChangeAspect="1"/>
          </p:cNvPicPr>
          <p:nvPr/>
        </p:nvPicPr>
        <p:blipFill>
          <a:blip r:embed="rId3"/>
          <a:stretch>
            <a:fillRect/>
          </a:stretch>
        </p:blipFill>
        <p:spPr>
          <a:xfrm>
            <a:off x="274320" y="1474935"/>
            <a:ext cx="8595360" cy="2797134"/>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figure</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Features: bag-of-words</a:t>
            </a:r>
          </a:p>
        </p:txBody>
      </p:sp>
      <p:pic>
        <p:nvPicPr>
          <p:cNvPr id="5" name="Picture 4" descr="Features: bag-of-words"/>
          <p:cNvPicPr>
            <a:picLocks noChangeAspect="1"/>
          </p:cNvPicPr>
          <p:nvPr/>
        </p:nvPicPr>
        <p:blipFill>
          <a:blip r:embed="rId3"/>
          <a:stretch>
            <a:fillRect/>
          </a:stretch>
        </p:blipFill>
        <p:spPr>
          <a:xfrm>
            <a:off x="274320" y="1606051"/>
            <a:ext cx="8595360" cy="2534902"/>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figure</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5" name="Picture 4" descr="Is this review positive or negative?"/>
          <p:cNvPicPr>
            <a:picLocks noChangeAspect="1"/>
          </p:cNvPicPr>
          <p:nvPr/>
        </p:nvPicPr>
        <p:blipFill>
          <a:blip r:embed="rId3"/>
          <a:stretch>
            <a:fillRect/>
          </a:stretch>
        </p:blipFill>
        <p:spPr>
          <a:xfrm>
            <a:off x="0" y="-477203"/>
            <a:ext cx="9144000" cy="6097905"/>
          </a:xfrm>
          <a:prstGeom prst="rect">
            <a:avLst/>
          </a:prstGeom>
        </p:spPr>
      </p:pic>
      <p:sp>
        <p:nvSpPr>
          <p:cNvPr id="6" name="Rectangle 5"/>
          <p:cNvSpPr/>
          <p:nvPr/>
        </p:nvSpPr>
        <p:spPr>
          <a:xfrm>
            <a:off x="0" y="1143000"/>
            <a:ext cx="9144000" cy="2834640"/>
          </a:xfrm>
          <a:prstGeom prst="rect">
            <a:avLst/>
          </a:prstGeom>
          <a:solidFill>
            <a:srgbClr val="101012">
              <a:alpha val="4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0080" y="1234440"/>
            <a:ext cx="7863840" cy="2651760"/>
          </a:xfrm>
          <a:prstGeom prst="rect">
            <a:avLst/>
          </a:prstGeom>
          <a:noFill/>
        </p:spPr>
        <p:txBody>
          <a:bodyPr wrap="square" anchor="ctr">
            <a:spAutoFit/>
          </a:bodyPr>
          <a:lstStyle/>
          <a:p>
            <a:pPr algn="ctr" marL="0" indent="0">
              <a:buNone/>
            </a:pPr>
            <a:r>
              <a:rPr sz="4000" b="1">
                <a:solidFill>
                  <a:srgbClr val="FFFFFF"/>
                </a:solidFill>
              </a:rPr>
              <a:t>Is this review positive or negative?</a:t>
            </a:r>
          </a:p>
        </p:txBody>
      </p:sp>
      <p:sp>
        <p:nvSpPr>
          <p:cNvPr id="8" name="TextBox 7"/>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Pexels License, https://images.pexels.com/photos/3850250/pexels-photo-3850250.jpeg</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Bayes' rule, from counting</a:t>
            </a:r>
          </a:p>
        </p:txBody>
      </p:sp>
      <p:pic>
        <p:nvPicPr>
          <p:cNvPr id="5" name="Picture 4" descr="Bayes' rule, from counting"/>
          <p:cNvPicPr>
            <a:picLocks noChangeAspect="1"/>
          </p:cNvPicPr>
          <p:nvPr/>
        </p:nvPicPr>
        <p:blipFill>
          <a:blip r:embed="rId3"/>
          <a:stretch>
            <a:fillRect/>
          </a:stretch>
        </p:blipFill>
        <p:spPr>
          <a:xfrm>
            <a:off x="274320" y="1449440"/>
            <a:ext cx="8595360" cy="2848123"/>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figure</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The naive assumption, laid out</a:t>
            </a:r>
          </a:p>
        </p:txBody>
      </p:sp>
      <p:pic>
        <p:nvPicPr>
          <p:cNvPr id="5" name="Picture 4" descr="The naive assumption, laid out"/>
          <p:cNvPicPr>
            <a:picLocks noChangeAspect="1"/>
          </p:cNvPicPr>
          <p:nvPr/>
        </p:nvPicPr>
        <p:blipFill>
          <a:blip r:embed="rId3"/>
          <a:stretch>
            <a:fillRect/>
          </a:stretch>
        </p:blipFill>
        <p:spPr>
          <a:xfrm>
            <a:off x="274320" y="1369314"/>
            <a:ext cx="8595360" cy="3008376"/>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figure</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Naive Bayes: the idea</a:t>
            </a:r>
          </a:p>
        </p:txBody>
      </p:sp>
      <p:pic>
        <p:nvPicPr>
          <p:cNvPr id="5" name="Picture 4" descr="Naive Bayes: the idea"/>
          <p:cNvPicPr>
            <a:picLocks noChangeAspect="1"/>
          </p:cNvPicPr>
          <p:nvPr/>
        </p:nvPicPr>
        <p:blipFill>
          <a:blip r:embed="rId3"/>
          <a:stretch>
            <a:fillRect/>
          </a:stretch>
        </p:blipFill>
        <p:spPr>
          <a:xfrm>
            <a:off x="274320" y="1551419"/>
            <a:ext cx="8595360" cy="2644165"/>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figure</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Training Naive Bayes</a:t>
            </a:r>
          </a:p>
        </p:txBody>
      </p:sp>
      <p:pic>
        <p:nvPicPr>
          <p:cNvPr id="5" name="Picture 4" descr="Training Naive Bayes"/>
          <p:cNvPicPr>
            <a:picLocks noChangeAspect="1"/>
          </p:cNvPicPr>
          <p:nvPr/>
        </p:nvPicPr>
        <p:blipFill>
          <a:blip r:embed="rId3"/>
          <a:stretch>
            <a:fillRect/>
          </a:stretch>
        </p:blipFill>
        <p:spPr>
          <a:xfrm>
            <a:off x="285519" y="1078992"/>
            <a:ext cx="8572962" cy="358902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figure</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The independence assumption</a:t>
            </a:r>
          </a:p>
        </p:txBody>
      </p:sp>
      <p:pic>
        <p:nvPicPr>
          <p:cNvPr id="5" name="Picture 4" descr="The independence assumption"/>
          <p:cNvPicPr>
            <a:picLocks noChangeAspect="1"/>
          </p:cNvPicPr>
          <p:nvPr/>
        </p:nvPicPr>
        <p:blipFill>
          <a:blip r:embed="rId3"/>
          <a:stretch>
            <a:fillRect/>
          </a:stretch>
        </p:blipFill>
        <p:spPr>
          <a:xfrm>
            <a:off x="274320" y="1886492"/>
            <a:ext cx="8595360" cy="1974019"/>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figure</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First, the shape you already know</a:t>
            </a:r>
          </a:p>
        </p:txBody>
      </p:sp>
      <p:pic>
        <p:nvPicPr>
          <p:cNvPr id="5" name="Picture 4" descr="First, the shape you already know"/>
          <p:cNvPicPr>
            <a:picLocks noChangeAspect="1"/>
          </p:cNvPicPr>
          <p:nvPr/>
        </p:nvPicPr>
        <p:blipFill>
          <a:blip r:embed="rId3"/>
          <a:stretch>
            <a:fillRect/>
          </a:stretch>
        </p:blipFill>
        <p:spPr>
          <a:xfrm>
            <a:off x="274320" y="1573272"/>
            <a:ext cx="8595360" cy="260046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figure</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Logistic regression: the idea</a:t>
            </a:r>
          </a:p>
        </p:txBody>
      </p:sp>
      <p:pic>
        <p:nvPicPr>
          <p:cNvPr id="5" name="Picture 4" descr="Logistic regression: the idea"/>
          <p:cNvPicPr>
            <a:picLocks noChangeAspect="1"/>
          </p:cNvPicPr>
          <p:nvPr/>
        </p:nvPicPr>
        <p:blipFill>
          <a:blip r:embed="rId3"/>
          <a:stretch>
            <a:fillRect/>
          </a:stretch>
        </p:blipFill>
        <p:spPr>
          <a:xfrm>
            <a:off x="274320" y="1402093"/>
            <a:ext cx="8595360" cy="2942818"/>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figure</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What the model sees: a feature vector x</a:t>
            </a:r>
          </a:p>
        </p:txBody>
      </p:sp>
      <p:pic>
        <p:nvPicPr>
          <p:cNvPr id="5" name="Picture 4" descr="What the model sees: a feature vector x"/>
          <p:cNvPicPr>
            <a:picLocks noChangeAspect="1"/>
          </p:cNvPicPr>
          <p:nvPr/>
        </p:nvPicPr>
        <p:blipFill>
          <a:blip r:embed="rId3"/>
          <a:stretch>
            <a:fillRect/>
          </a:stretch>
        </p:blipFill>
        <p:spPr>
          <a:xfrm>
            <a:off x="2374687" y="1078992"/>
            <a:ext cx="4394626" cy="358902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Jurafsky &amp; Martin, SLP3 (Jan 2026 draft), Fig. 4.2</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The entire model: multiply, add, squash</a:t>
            </a:r>
          </a:p>
        </p:txBody>
      </p:sp>
      <p:pic>
        <p:nvPicPr>
          <p:cNvPr id="5" name="Picture 4" descr="The entire model: multiply, add, squash"/>
          <p:cNvPicPr>
            <a:picLocks noChangeAspect="1"/>
          </p:cNvPicPr>
          <p:nvPr/>
        </p:nvPicPr>
        <p:blipFill>
          <a:blip r:embed="rId3"/>
          <a:stretch>
            <a:fillRect/>
          </a:stretch>
        </p:blipFill>
        <p:spPr>
          <a:xfrm>
            <a:off x="592097" y="1078992"/>
            <a:ext cx="7959806" cy="358902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Jurafsky &amp; Martin, SLP3 (Jan 2026 draft), Ch. 4.3.1 worked example</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Where does the loss come from?</a:t>
            </a:r>
          </a:p>
        </p:txBody>
      </p:sp>
      <p:pic>
        <p:nvPicPr>
          <p:cNvPr id="5" name="Picture 4" descr="Where does the loss come from?"/>
          <p:cNvPicPr>
            <a:picLocks noChangeAspect="1"/>
          </p:cNvPicPr>
          <p:nvPr/>
        </p:nvPicPr>
        <p:blipFill>
          <a:blip r:embed="rId3"/>
          <a:stretch>
            <a:fillRect/>
          </a:stretch>
        </p:blipFill>
        <p:spPr>
          <a:xfrm>
            <a:off x="274320" y="1890135"/>
            <a:ext cx="8595360" cy="1966734"/>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figure</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One example, one number</a:t>
            </a:r>
          </a:p>
        </p:txBody>
      </p:sp>
      <p:pic>
        <p:nvPicPr>
          <p:cNvPr id="5" name="Picture 4" descr="One example, one number"/>
          <p:cNvPicPr>
            <a:picLocks noChangeAspect="1"/>
          </p:cNvPicPr>
          <p:nvPr/>
        </p:nvPicPr>
        <p:blipFill>
          <a:blip r:embed="rId3"/>
          <a:stretch>
            <a:fillRect/>
          </a:stretch>
        </p:blipFill>
        <p:spPr>
          <a:xfrm>
            <a:off x="783947" y="1078992"/>
            <a:ext cx="7576106" cy="358902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Jurafsky &amp; Martin, SLP3 (Jan 2026 draft), Ch. 4.5, cross-entropy loss</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The two-class form</a:t>
            </a:r>
          </a:p>
        </p:txBody>
      </p:sp>
      <p:pic>
        <p:nvPicPr>
          <p:cNvPr id="5" name="Picture 4" descr="The two-class form"/>
          <p:cNvPicPr>
            <a:picLocks noChangeAspect="1"/>
          </p:cNvPicPr>
          <p:nvPr/>
        </p:nvPicPr>
        <p:blipFill>
          <a:blip r:embed="rId3"/>
          <a:stretch>
            <a:fillRect/>
          </a:stretch>
        </p:blipFill>
        <p:spPr>
          <a:xfrm>
            <a:off x="274320" y="1522282"/>
            <a:ext cx="8595360" cy="2702439"/>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figure</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Learning = rolling downhill on the loss</a:t>
            </a:r>
          </a:p>
        </p:txBody>
      </p:sp>
      <p:pic>
        <p:nvPicPr>
          <p:cNvPr id="5" name="Picture 4" descr="Learning = rolling downhill on the loss"/>
          <p:cNvPicPr>
            <a:picLocks noChangeAspect="1"/>
          </p:cNvPicPr>
          <p:nvPr/>
        </p:nvPicPr>
        <p:blipFill>
          <a:blip r:embed="rId3"/>
          <a:stretch>
            <a:fillRect/>
          </a:stretch>
        </p:blipFill>
        <p:spPr>
          <a:xfrm>
            <a:off x="1862095" y="1078992"/>
            <a:ext cx="5419810" cy="358902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Jurafsky &amp; Martin, SLP3 (Jan 2026 draft), Fig. 4.3</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The learning rate sets the step size</a:t>
            </a:r>
          </a:p>
        </p:txBody>
      </p:sp>
      <p:pic>
        <p:nvPicPr>
          <p:cNvPr id="5" name="Picture 4" descr="The learning rate sets the step size"/>
          <p:cNvPicPr>
            <a:picLocks noChangeAspect="1"/>
          </p:cNvPicPr>
          <p:nvPr/>
        </p:nvPicPr>
        <p:blipFill>
          <a:blip r:embed="rId3"/>
          <a:stretch>
            <a:fillRect/>
          </a:stretch>
        </p:blipFill>
        <p:spPr>
          <a:xfrm>
            <a:off x="274320" y="1176283"/>
            <a:ext cx="8595360" cy="3394438"/>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figure; Jurafsky &amp; Martin, SLP3 (Jan 2026 draft), Ch. 4.6</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NB vs. logistic regression</a:t>
            </a:r>
          </a:p>
        </p:txBody>
      </p:sp>
      <p:pic>
        <p:nvPicPr>
          <p:cNvPr id="5" name="Picture 4" descr="NB vs. logistic regression"/>
          <p:cNvPicPr>
            <a:picLocks noChangeAspect="1"/>
          </p:cNvPicPr>
          <p:nvPr/>
        </p:nvPicPr>
        <p:blipFill>
          <a:blip r:embed="rId3"/>
          <a:stretch>
            <a:fillRect/>
          </a:stretch>
        </p:blipFill>
        <p:spPr>
          <a:xfrm>
            <a:off x="274320" y="1230914"/>
            <a:ext cx="8595360" cy="3285175"/>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figure</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What is wrong with this sentence?</a:t>
            </a:r>
          </a:p>
        </p:txBody>
      </p:sp>
      <p:pic>
        <p:nvPicPr>
          <p:cNvPr id="5" name="Picture 4" descr="What is wrong with this sentence?"/>
          <p:cNvPicPr>
            <a:picLocks noChangeAspect="1"/>
          </p:cNvPicPr>
          <p:nvPr/>
        </p:nvPicPr>
        <p:blipFill>
          <a:blip r:embed="rId3"/>
          <a:stretch>
            <a:fillRect/>
          </a:stretch>
        </p:blipFill>
        <p:spPr>
          <a:xfrm>
            <a:off x="274320" y="1992113"/>
            <a:ext cx="8595360" cy="1762777"/>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figure</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Accuracy hid the only case that mattered</a:t>
            </a:r>
          </a:p>
        </p:txBody>
      </p:sp>
      <p:pic>
        <p:nvPicPr>
          <p:cNvPr id="5" name="Picture 4" descr="Accuracy hid the only case that mattered"/>
          <p:cNvPicPr>
            <a:picLocks noChangeAspect="1"/>
          </p:cNvPicPr>
          <p:nvPr/>
        </p:nvPicPr>
        <p:blipFill>
          <a:blip r:embed="rId3"/>
          <a:stretch>
            <a:fillRect/>
          </a:stretch>
        </p:blipFill>
        <p:spPr>
          <a:xfrm>
            <a:off x="274320" y="1868282"/>
            <a:ext cx="8595360" cy="201044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figure</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The confusion matrix</a:t>
            </a:r>
          </a:p>
        </p:txBody>
      </p:sp>
      <p:pic>
        <p:nvPicPr>
          <p:cNvPr id="5" name="Picture 4" descr="The confusion matrix"/>
          <p:cNvPicPr>
            <a:picLocks noChangeAspect="1"/>
          </p:cNvPicPr>
          <p:nvPr/>
        </p:nvPicPr>
        <p:blipFill>
          <a:blip r:embed="rId3"/>
          <a:stretch>
            <a:fillRect/>
          </a:stretch>
        </p:blipFill>
        <p:spPr>
          <a:xfrm>
            <a:off x="274320" y="1413019"/>
            <a:ext cx="8595360" cy="2920965"/>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figure</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Precision, recall, F1</a:t>
            </a:r>
          </a:p>
        </p:txBody>
      </p:sp>
      <p:pic>
        <p:nvPicPr>
          <p:cNvPr id="5" name="Picture 4" descr="Precision, recall, F1"/>
          <p:cNvPicPr>
            <a:picLocks noChangeAspect="1"/>
          </p:cNvPicPr>
          <p:nvPr/>
        </p:nvPicPr>
        <p:blipFill>
          <a:blip r:embed="rId3"/>
          <a:stretch>
            <a:fillRect/>
          </a:stretch>
        </p:blipFill>
        <p:spPr>
          <a:xfrm>
            <a:off x="274320" y="1897419"/>
            <a:ext cx="8595360" cy="1952166"/>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figure</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Which metric matters?</a:t>
            </a:r>
          </a:p>
        </p:txBody>
      </p:sp>
      <p:pic>
        <p:nvPicPr>
          <p:cNvPr id="5" name="Picture 4" descr="Which metric matters?"/>
          <p:cNvPicPr>
            <a:picLocks noChangeAspect="1"/>
          </p:cNvPicPr>
          <p:nvPr/>
        </p:nvPicPr>
        <p:blipFill>
          <a:blip r:embed="rId3"/>
          <a:stretch>
            <a:fillRect/>
          </a:stretch>
        </p:blipFill>
        <p:spPr>
          <a:xfrm>
            <a:off x="274320" y="1529566"/>
            <a:ext cx="8595360" cy="2687871"/>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figure</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Recap</a:t>
            </a:r>
          </a:p>
        </p:txBody>
      </p:sp>
      <p:pic>
        <p:nvPicPr>
          <p:cNvPr id="5" name="Picture 4" descr="Recap"/>
          <p:cNvPicPr>
            <a:picLocks noChangeAspect="1"/>
          </p:cNvPicPr>
          <p:nvPr/>
        </p:nvPicPr>
        <p:blipFill>
          <a:blip r:embed="rId3"/>
          <a:stretch>
            <a:fillRect/>
          </a:stretch>
        </p:blipFill>
        <p:spPr>
          <a:xfrm>
            <a:off x="274320" y="1769945"/>
            <a:ext cx="8595360" cy="2207113"/>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figure</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Quiz 2 (paper)</a:t>
            </a:r>
          </a:p>
        </p:txBody>
      </p:sp>
      <p:pic>
        <p:nvPicPr>
          <p:cNvPr id="5" name="Picture 4" descr="Quiz 2 (paper)"/>
          <p:cNvPicPr>
            <a:picLocks noChangeAspect="1"/>
          </p:cNvPicPr>
          <p:nvPr/>
        </p:nvPicPr>
        <p:blipFill>
          <a:blip r:embed="rId3"/>
          <a:stretch>
            <a:fillRect/>
          </a:stretch>
        </p:blipFill>
        <p:spPr>
          <a:xfrm>
            <a:off x="1282065" y="1078992"/>
            <a:ext cx="6579870" cy="358902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figure</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Break</a:t>
            </a:r>
          </a:p>
        </p:txBody>
      </p:sp>
      <p:pic>
        <p:nvPicPr>
          <p:cNvPr id="5" name="Picture 4" descr="Five minutes: stretch, refill water, compare notes. Then the Sentiment Showdown."/>
          <p:cNvPicPr>
            <a:picLocks noChangeAspect="1"/>
          </p:cNvPicPr>
          <p:nvPr/>
        </p:nvPicPr>
        <p:blipFill>
          <a:blip r:embed="rId2"/>
          <a:stretch>
            <a:fillRect/>
          </a:stretch>
        </p:blipFill>
        <p:spPr>
          <a:xfrm>
            <a:off x="274320" y="1280312"/>
            <a:ext cx="8595360" cy="318638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figure</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Sentiment Showdown</a:t>
            </a:r>
          </a:p>
        </p:txBody>
      </p:sp>
      <p:pic>
        <p:nvPicPr>
          <p:cNvPr id="5" name="Picture 4" descr="Sentiment Showdown"/>
          <p:cNvPicPr>
            <a:picLocks noChangeAspect="1"/>
          </p:cNvPicPr>
          <p:nvPr/>
        </p:nvPicPr>
        <p:blipFill>
          <a:blip r:embed="rId3"/>
          <a:stretch>
            <a:fillRect/>
          </a:stretch>
        </p:blipFill>
        <p:spPr>
          <a:xfrm>
            <a:off x="274320" y="2054029"/>
            <a:ext cx="8595360" cy="1638945"/>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weeks/week-02/class-02/exercise/sentiment.py</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Three functions to write</a:t>
            </a:r>
          </a:p>
        </p:txBody>
      </p:sp>
      <p:pic>
        <p:nvPicPr>
          <p:cNvPr id="5" name="Picture 4" descr="Three functions to write"/>
          <p:cNvPicPr>
            <a:picLocks noChangeAspect="1"/>
          </p:cNvPicPr>
          <p:nvPr/>
        </p:nvPicPr>
        <p:blipFill>
          <a:blip r:embed="rId3"/>
          <a:stretch>
            <a:fillRect/>
          </a:stretch>
        </p:blipFill>
        <p:spPr>
          <a:xfrm>
            <a:off x="274320" y="1984829"/>
            <a:ext cx="8595360" cy="1777345"/>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weeks/week-02/class-02/exercise/sentiment.py</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Then break it</a:t>
            </a:r>
          </a:p>
        </p:txBody>
      </p:sp>
      <p:pic>
        <p:nvPicPr>
          <p:cNvPr id="5" name="Picture 4" descr="Then break it"/>
          <p:cNvPicPr>
            <a:picLocks noChangeAspect="1"/>
          </p:cNvPicPr>
          <p:nvPr/>
        </p:nvPicPr>
        <p:blipFill>
          <a:blip r:embed="rId3"/>
          <a:stretch>
            <a:fillRect/>
          </a:stretch>
        </p:blipFill>
        <p:spPr>
          <a:xfrm>
            <a:off x="274320" y="1460367"/>
            <a:ext cx="8595360" cy="282627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weeks/week-02/class-02/exercise/sentiment.py</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What you should see</a:t>
            </a:r>
          </a:p>
        </p:txBody>
      </p:sp>
      <p:pic>
        <p:nvPicPr>
          <p:cNvPr id="5" name="Picture 4" descr="What you should see"/>
          <p:cNvPicPr>
            <a:picLocks noChangeAspect="1"/>
          </p:cNvPicPr>
          <p:nvPr/>
        </p:nvPicPr>
        <p:blipFill>
          <a:blip r:embed="rId3"/>
          <a:stretch>
            <a:fillRect/>
          </a:stretch>
        </p:blipFill>
        <p:spPr>
          <a:xfrm>
            <a:off x="771001" y="1078992"/>
            <a:ext cx="7601997" cy="358902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example run, solutions/sentiment.py</a:t>
            </a:r>
          </a:p>
        </p:txBody>
      </p:sp>
    </p:spTree>
  </p:cSld>
  <p:clrMapOvr>
    <a:masterClrMapping/>
  </p:clrMapOvr>
</p:sld>
</file>

<file path=ppt/theme/theme1.xml><?xml version="1.0" encoding="utf-8"?>
<a:theme xmlns:a="http://schemas.openxmlformats.org/drawingml/2006/main" xmlns:r="http://schemas.openxmlformats.org/officeDocument/2006/relationships" name="Custom Theme">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
      <a:dk1>
        <a:srgbClr val="434343"/>
      </a:dk1>
      <a:lt1>
        <a:srgbClr val="FFFFFF"/>
      </a:lt1>
      <a:dk2>
        <a:srgbClr val="818387"/>
      </a:dk2>
      <a:lt2>
        <a:srgbClr val="F6F7FA"/>
      </a:lt2>
      <a:accent1>
        <a:srgbClr val="723130"/>
      </a:accent1>
      <a:accent2>
        <a:srgbClr val="818387"/>
      </a:accent2>
      <a:accent3>
        <a:srgbClr val="FFB600"/>
      </a:accent3>
      <a:accent4>
        <a:srgbClr val="738D33"/>
      </a:accent4>
      <a:accent5>
        <a:srgbClr val="625578"/>
      </a:accent5>
      <a:accent6>
        <a:srgbClr val="498DA0"/>
      </a:accent6>
      <a:hlink>
        <a:srgbClr val="B1B4B5"/>
      </a:hlink>
      <a:folHlink>
        <a:srgbClr val="B0B1B3"/>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