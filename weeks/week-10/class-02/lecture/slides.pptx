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5143500" type="screen16x9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Light" panose="020F03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58"/>
  </p:normalViewPr>
  <p:slideViewPr>
    <p:cSldViewPr snapToGrid="0">
      <p:cViewPr varScale="1">
        <p:scale>
          <a:sx n="160" d="100"/>
          <a:sy n="160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978408"/>
            <a:ext cx="4818888" cy="1828800"/>
          </a:xfrm>
        </p:spPr>
        <p:txBody>
          <a:bodyPr/>
          <a:lstStyle/>
          <a:p>
            <a:r>
              <a:t>CSCI 3495</a:t>
            </a:r>
          </a:p>
          <a:p>
            <a:r>
              <a:t>Project Work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Natural Language Processing &amp; Large Language Models</a:t>
            </a:r>
          </a:p>
          <a:p>
            <a:r>
              <a:t>Week 10, Class 2  ·  Wed Oct 28, 2026</a:t>
            </a:r>
          </a:p>
        </p:txBody>
      </p:sp>
      <p:pic>
        <p:nvPicPr>
          <p:cNvPr id="4" name="Picture 3" descr="photo-poster-se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60" y="1225296"/>
            <a:ext cx="3462528" cy="1947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" y="457200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86868B"/>
                </a:solidFill>
              </a:rPr>
              <a:t>Source: David Eppstein, GD09 poster session, via Wikimedia Commons, CC BY-SA 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Two deadlines left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743200"/>
            <a:ext cx="7680960" cy="0"/>
          </a:xfrm>
          <a:prstGeom prst="line">
            <a:avLst/>
          </a:prstGeom>
          <a:ln w="31750">
            <a:solidFill>
              <a:srgbClr val="C6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12648" y="2624328"/>
            <a:ext cx="237744" cy="237744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41732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86868B"/>
                </a:solidFill>
              </a:rPr>
              <a:t>Today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86868B"/>
                </a:solidFill>
              </a:rPr>
              <a:t>Wed Oct 28</a:t>
            </a:r>
          </a:p>
        </p:txBody>
      </p:sp>
      <p:sp>
        <p:nvSpPr>
          <p:cNvPr id="7" name="Oval 6"/>
          <p:cNvSpPr/>
          <p:nvPr/>
        </p:nvSpPr>
        <p:spPr>
          <a:xfrm>
            <a:off x="3447288" y="2624328"/>
            <a:ext cx="237744" cy="237744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47288" y="141732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C72B0"/>
                </a:solidFill>
              </a:rPr>
              <a:t>Mon Nov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301752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434343"/>
                </a:solidFill>
              </a:rPr>
              <a:t>Mid-semester checkpoint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434343"/>
                </a:solidFill>
              </a:rPr>
              <a:t>one page + peer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6281928" y="2624328"/>
            <a:ext cx="237744" cy="237744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41732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D1D1F"/>
                </a:solidFill>
              </a:rPr>
              <a:t>Dec 7–11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301752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434343"/>
                </a:solidFill>
              </a:rPr>
              <a:t>Final presentation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434343"/>
                </a:solidFill>
              </a:rPr>
              <a:t>+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Nov 9 is closer than it looks</a:t>
            </a:r>
          </a:p>
        </p:txBody>
      </p:sp>
      <p:pic>
        <p:nvPicPr>
          <p:cNvPr id="4" name="Picture 3" descr="meme-panik-kalm-pan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899" y="1234440"/>
            <a:ext cx="25242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0867" y="1303934"/>
            <a:ext cx="1110648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</a:rPr>
              <a:t>Checkpoint due Nov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0867" y="2462174"/>
            <a:ext cx="1110648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</a:rPr>
              <a:t>That is 12 days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0867" y="3620414"/>
            <a:ext cx="1110648" cy="104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</a:rPr>
              <a:t>It needs real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One page, four sections</a:t>
            </a:r>
          </a:p>
        </p:txBody>
      </p:sp>
      <p:pic>
        <p:nvPicPr>
          <p:cNvPr id="4" name="Picture 3" descr="checkpoint-templat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1250"/>
            <a:ext cx="4206240" cy="3301099"/>
          </a:xfrm>
          <a:prstGeom prst="rect">
            <a:avLst/>
          </a:prstGeom>
          <a:ln w="9525">
            <a:solidFill>
              <a:srgbClr val="C6C6C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120640" y="14630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</a:rPr>
              <a:t>1  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1488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</a:rPr>
              <a:t>2  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834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C72B0"/>
                </a:solidFill>
              </a:rPr>
              <a:t>3   Preliminary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5204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</a:rPr>
              <a:t>4  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97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</a:rPr>
              <a:t>project/checkpoint/CSCI3495_Project_Checkpoint_Template.docx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2064" y="411480"/>
            <a:ext cx="5120640" cy="4279392"/>
          </a:xfrm>
        </p:spPr>
        <p:txBody>
          <a:bodyPr anchor="ctr"/>
          <a:lstStyle/>
          <a:p>
            <a:r>
              <a:rPr sz="5400"/>
              <a:t>What if your project became a paper?</a:t>
            </a:r>
          </a:p>
        </p:txBody>
      </p:sp>
      <p:pic>
        <p:nvPicPr>
          <p:cNvPr id="4" name="Picture 3" descr="instructgpt-2022-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33085"/>
            <a:ext cx="2926080" cy="2345908"/>
          </a:xfrm>
          <a:prstGeom prst="rect">
            <a:avLst/>
          </a:prstGeom>
          <a:ln w="9525">
            <a:solidFill>
              <a:srgbClr val="C6C6C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Ouyang et al. 2022, “Training language models to follow instructions with human feedback”, p.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Aim for research you could publish</a:t>
            </a:r>
          </a:p>
        </p:txBody>
      </p:sp>
      <p:pic>
        <p:nvPicPr>
          <p:cNvPr id="4" name="Picture 3" descr="photo-conference-audience.jpg"/>
          <p:cNvPicPr>
            <a:picLocks noChangeAspect="1"/>
          </p:cNvPicPr>
          <p:nvPr/>
        </p:nvPicPr>
        <p:blipFill>
          <a:blip r:embed="rId2"/>
          <a:srcRect l="10638" r="10638"/>
          <a:stretch>
            <a:fillRect/>
          </a:stretch>
        </p:blipFill>
        <p:spPr>
          <a:xfrm>
            <a:off x="0" y="1234440"/>
            <a:ext cx="4206240" cy="3559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60020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</a:rPr>
              <a:t>Strong projects can go to a conference.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97180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C72B0"/>
                </a:solidFill>
              </a:rPr>
              <a:t>If accepted, I cover the publication expenses.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German Stem Cell Network (GSCN), conference audience, via Wikimedia Commons, CC BY-SA 4.0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Work time</a:t>
            </a:r>
          </a:p>
        </p:txBody>
      </p:sp>
      <p:pic>
        <p:nvPicPr>
          <p:cNvPr id="4" name="Picture 3" descr="meme-mulan-busines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49" y="1234440"/>
            <a:ext cx="492606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4173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34343"/>
                </a:solidFill>
              </a:rPr>
              <a:t>I am coming around.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34343"/>
                </a:solidFill>
              </a:rPr>
              <a:t>Have ready: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33172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D1D1F"/>
                </a:solidFill>
              </a:rPr>
              <a:t>Your question</a:t>
            </a:r>
          </a:p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D1D1F"/>
                </a:solidFill>
              </a:rPr>
              <a:t>Your baseline</a:t>
            </a:r>
          </a:p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D1D1F"/>
                </a:solidFill>
              </a:rPr>
              <a:t>Your first number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198</Words>
  <Application>Microsoft Macintosh PowerPoint</Application>
  <PresentationFormat>On-screen Show (16:9)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Roboto Light</vt:lpstr>
      <vt:lpstr>Arial</vt:lpstr>
      <vt:lpstr>Playfair Display</vt:lpstr>
      <vt:lpstr>Office Theme</vt:lpstr>
      <vt:lpstr>CSCI 3495 Project Work Session</vt:lpstr>
      <vt:lpstr>Two deadlines left</vt:lpstr>
      <vt:lpstr>Nov 9 is closer than it looks</vt:lpstr>
      <vt:lpstr>One page, four sections</vt:lpstr>
      <vt:lpstr>What if your project became a paper?</vt:lpstr>
      <vt:lpstr>Aim for research you could publish</vt:lpstr>
      <vt:lpstr>Work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15</cp:revision>
  <dcterms:modified xsi:type="dcterms:W3CDTF">2026-10-26T13:12:08Z</dcterms:modified>
</cp:coreProperties>
</file>