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Memory, Planning &amp; Reflection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1</a:t>
            </a:r>
          </a:p>
        </p:txBody>
      </p:sp>
      <p:pic>
        <p:nvPicPr>
          <p:cNvPr id="5" name="Picture 4" descr="An elephant never forgets. Your W12 agent forgets everything the instant its loop ends; today we fix th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Giles Laurent,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From a bare ReAct loop to a memory + planning + reflection agent, then we build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59" y="1078992"/>
            <a:ext cx="812868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deck figures; Reflexion (Shinn et al., 2023), arXiv:2303.11366, Fig. 2a; Unsplash License photo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Recap: the ReAct agent (W12)</a:t>
            </a:r>
          </a:p>
        </p:txBody>
      </p:sp>
      <p:pic>
        <p:nvPicPr>
          <p:cNvPr id="5" name="Picture 4" descr="Same loop you built in W12. Today we wrap it with three upgrad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38514"/>
            <a:ext cx="8595360" cy="28699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ReAct (Yao et al., 2022)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Smarter scaffolding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at note is exactly what an agent stores as a refle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would you write down to do better next time?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That note is exactly what an agent stores as a reflection.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https://images.unsplash.com/photo-1517842645767-c639042777db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agent architecture</a:t>
            </a:r>
          </a:p>
        </p:txBody>
      </p:sp>
      <p:pic>
        <p:nvPicPr>
          <p:cNvPr id="5" name="Picture 4" descr="One controller (the ReAct loop) wrapped with planning, memory, and refle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86" y="1078992"/>
            <a:ext cx="787182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Memory: two kinds</a:t>
            </a:r>
          </a:p>
        </p:txBody>
      </p:sp>
      <p:pic>
        <p:nvPicPr>
          <p:cNvPr id="5" name="Picture 4" descr="The same demo task, seen by each kind of memor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weeks/week-13/class-01/solutions/run_demo.py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memory matters</a:t>
            </a:r>
          </a:p>
        </p:txBody>
      </p:sp>
      <p:pic>
        <p:nvPicPr>
          <p:cNvPr id="5" name="Picture 4" descr="Long-term memory holds reflections, short notes that feed into the next promp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77229"/>
            <a:ext cx="8595360" cy="21925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Planning: decompose before acting</a:t>
            </a:r>
          </a:p>
        </p:txBody>
      </p:sp>
      <p:pic>
        <p:nvPicPr>
          <p:cNvPr id="5" name="Picture 4" descr="A plan made before the loop turns one hard problem into a few easy ste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8093"/>
            <a:ext cx="8595360" cy="2250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Reflection: the Reflexion idea</a:t>
            </a:r>
          </a:p>
        </p:txBody>
      </p:sp>
      <p:pic>
        <p:nvPicPr>
          <p:cNvPr id="5" name="Picture 4" descr="Reflection: the Reflexion ide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53082"/>
            <a:ext cx="8595360" cy="28408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Reflexion (Shinn et al., 2023), arXiv:2303.11366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Reflexion, as the paper draws it</a:t>
            </a:r>
          </a:p>
        </p:txBody>
      </p:sp>
      <p:pic>
        <p:nvPicPr>
          <p:cNvPr id="5" name="Picture 4" descr="Map it to today's lab: Actor = your react_attempt, Evaluator = the success() check, and the reflective text is what memory.add() stor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15" y="1078992"/>
            <a:ext cx="37525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Reflexion (Shinn et al., 2023), arXiv:2303.11366, Fig. 2a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Reflexion: why it works</a:t>
            </a:r>
          </a:p>
        </p:txBody>
      </p:sp>
      <p:pic>
        <p:nvPicPr>
          <p:cNvPr id="5" name="Picture 4" descr="Reflexion: why it 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4009"/>
            <a:ext cx="8595360" cy="28189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Reflexion (Shinn et al., 2023), arXiv:2303.11366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Reflexion loop</a:t>
            </a:r>
          </a:p>
        </p:txBody>
      </p:sp>
      <p:pic>
        <p:nvPicPr>
          <p:cNvPr id="5" name="Picture 4" descr="This flowchart is exactly the function you implement in today's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61714"/>
            <a:ext cx="8595360" cy="34235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Reflexion (Shinn et al., 2023)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concrete trace</a:t>
            </a:r>
          </a:p>
        </p:txBody>
      </p:sp>
      <p:pic>
        <p:nvPicPr>
          <p:cNvPr id="5" name="Picture 4" descr="The exact trace you will reproduce in today's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28" y="1078992"/>
            <a:ext cx="77993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weeks/week-13/class-01/solutions/run_demo.py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Related: Generative Agents</a:t>
            </a:r>
          </a:p>
        </p:txBody>
      </p:sp>
      <p:pic>
        <p:nvPicPr>
          <p:cNvPr id="5" name="Picture 4" descr="Optional reading, not quizzed: 25 characters in Smallville run on the same recipe you build today, a memory stream, reflection, and a daily plan ea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367" y="1078992"/>
            <a:ext cx="57092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Generative Agents (Park et al., 2023), arXiv:2304.03442, Fig.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Design choices &amp; trade-offs</a:t>
            </a:r>
          </a:p>
        </p:txBody>
      </p:sp>
      <p:pic>
        <p:nvPicPr>
          <p:cNvPr id="5" name="Picture 4" descr="Four dials you set before shipping an agent; the exercise picks defaults for ea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04703"/>
            <a:ext cx="8595360" cy="19375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Required: Reflexion (Shinn 2023). Optional, not quizzed: Generative Agents (Park 2023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89819"/>
            <a:ext cx="8595360" cy="2367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weeks/week-13/class-01/readings.md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Does the memory actually pay off?</a:t>
            </a:r>
          </a:p>
        </p:txBody>
      </p:sp>
      <p:pic>
        <p:nvPicPr>
          <p:cNvPr id="5" name="Picture 4" descr="Measured on this lab's own ten problems: carrying reflections across problems takes first-attempt success from 0/10 to 5/1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20303"/>
            <a:ext cx="8595360" cy="2906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weeks/week-13/class-01/solutions/run_suite.py, qwen2.5:1.5b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design it, then build it</a:t>
            </a:r>
          </a:p>
        </p:txBody>
      </p:sp>
      <p:pic>
        <p:nvPicPr>
          <p:cNvPr id="5" name="Picture 4" descr="One target task for everyone, a menu of tools, and an external evaluator that tells the agent what it got wro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6156"/>
            <a:ext cx="8595360" cy="3554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weeks/week-13/class-01/exercise/README.md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Phase 1: design your agent on pap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n teams of 3, diagram the agent loop before you write a line of code. What memory? When to plan? When to reflec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First, design on paper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In teams of 3, diagram the agent loop before you write a line of code. What memory? When to plan? When to reflect?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https://images.unsplash.com/photo-1531403009284-440f080d1e12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Then build the loop you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Compare the code you write to the design you drew</a:t>
            </a:r>
          </a:p>
        </p:txBody>
      </p:sp>
      <p:pic>
        <p:nvPicPr>
          <p:cNvPr id="6" name="Picture 5" descr="Then build the loop you design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054" y="1078992"/>
            <a:ext cx="644989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weeks/week-13/class-01/exercise/agent.py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If your run matches this, your Reflexion loop wor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12704"/>
            <a:ext cx="8595360" cy="3321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weeks/week-13/class-01/solutions/run_demo.py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08029"/>
            <a:ext cx="8595360" cy="2330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